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7"/>
  </p:notesMasterIdLst>
  <p:sldIdLst>
    <p:sldId id="256" r:id="rId5"/>
    <p:sldId id="25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831B0D-AD6B-4F61-B8D1-9BB5C8D8CE98}" v="429" dt="2025-04-02T14:18:38.5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>
        <p:scale>
          <a:sx n="100" d="100"/>
          <a:sy n="100" d="100"/>
        </p:scale>
        <p:origin x="-318" y="-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nisha Jeffers" userId="047621a9-cd6e-4f5d-8866-102677a2830c" providerId="ADAL" clId="{1A831B0D-AD6B-4F61-B8D1-9BB5C8D8CE98}"/>
    <pc:docChg chg="undo custSel addSld modSld">
      <pc:chgData name="Tonisha Jeffers" userId="047621a9-cd6e-4f5d-8866-102677a2830c" providerId="ADAL" clId="{1A831B0D-AD6B-4F61-B8D1-9BB5C8D8CE98}" dt="2025-04-02T14:18:55.440" v="1824" actId="1076"/>
      <pc:docMkLst>
        <pc:docMk/>
      </pc:docMkLst>
      <pc:sldChg chg="addSp delSp modSp mod">
        <pc:chgData name="Tonisha Jeffers" userId="047621a9-cd6e-4f5d-8866-102677a2830c" providerId="ADAL" clId="{1A831B0D-AD6B-4F61-B8D1-9BB5C8D8CE98}" dt="2025-04-01T15:59:11.530" v="843" actId="478"/>
        <pc:sldMkLst>
          <pc:docMk/>
          <pc:sldMk cId="1937912926" sldId="256"/>
        </pc:sldMkLst>
        <pc:spChg chg="mod">
          <ac:chgData name="Tonisha Jeffers" userId="047621a9-cd6e-4f5d-8866-102677a2830c" providerId="ADAL" clId="{1A831B0D-AD6B-4F61-B8D1-9BB5C8D8CE98}" dt="2025-03-31T13:48:26.078" v="43" actId="20577"/>
          <ac:spMkLst>
            <pc:docMk/>
            <pc:sldMk cId="1937912926" sldId="256"/>
            <ac:spMk id="2" creationId="{39A77B93-6B4E-2E76-FFD0-C9A45797FE61}"/>
          </ac:spMkLst>
        </pc:spChg>
        <pc:spChg chg="mod">
          <ac:chgData name="Tonisha Jeffers" userId="047621a9-cd6e-4f5d-8866-102677a2830c" providerId="ADAL" clId="{1A831B0D-AD6B-4F61-B8D1-9BB5C8D8CE98}" dt="2025-03-31T13:48:30.523" v="59" actId="20577"/>
          <ac:spMkLst>
            <pc:docMk/>
            <pc:sldMk cId="1937912926" sldId="256"/>
            <ac:spMk id="3" creationId="{F787C0DF-80F3-E4E5-D086-31BB783CEF05}"/>
          </ac:spMkLst>
        </pc:spChg>
        <pc:spChg chg="add del mod">
          <ac:chgData name="Tonisha Jeffers" userId="047621a9-cd6e-4f5d-8866-102677a2830c" providerId="ADAL" clId="{1A831B0D-AD6B-4F61-B8D1-9BB5C8D8CE98}" dt="2025-04-01T15:59:11.530" v="843" actId="478"/>
          <ac:spMkLst>
            <pc:docMk/>
            <pc:sldMk cId="1937912926" sldId="256"/>
            <ac:spMk id="5" creationId="{5975D85E-8AB7-BA6F-C614-612E17CCD76C}"/>
          </ac:spMkLst>
        </pc:spChg>
      </pc:sldChg>
      <pc:sldChg chg="addSp delSp modSp new mod modNotesTx">
        <pc:chgData name="Tonisha Jeffers" userId="047621a9-cd6e-4f5d-8866-102677a2830c" providerId="ADAL" clId="{1A831B0D-AD6B-4F61-B8D1-9BB5C8D8CE98}" dt="2025-04-02T14:18:55.440" v="1824" actId="1076"/>
        <pc:sldMkLst>
          <pc:docMk/>
          <pc:sldMk cId="3813244742" sldId="257"/>
        </pc:sldMkLst>
        <pc:spChg chg="add mod">
          <ac:chgData name="Tonisha Jeffers" userId="047621a9-cd6e-4f5d-8866-102677a2830c" providerId="ADAL" clId="{1A831B0D-AD6B-4F61-B8D1-9BB5C8D8CE98}" dt="2025-04-01T14:36:42.374" v="544" actId="1076"/>
          <ac:spMkLst>
            <pc:docMk/>
            <pc:sldMk cId="3813244742" sldId="257"/>
            <ac:spMk id="6" creationId="{14BCE2C8-7CE6-455F-E734-E335E20A08A0}"/>
          </ac:spMkLst>
        </pc:spChg>
        <pc:spChg chg="add mod">
          <ac:chgData name="Tonisha Jeffers" userId="047621a9-cd6e-4f5d-8866-102677a2830c" providerId="ADAL" clId="{1A831B0D-AD6B-4F61-B8D1-9BB5C8D8CE98}" dt="2025-04-01T15:10:17.493" v="715" actId="255"/>
          <ac:spMkLst>
            <pc:docMk/>
            <pc:sldMk cId="3813244742" sldId="257"/>
            <ac:spMk id="8" creationId="{0A695E4A-50E8-9B11-A48F-8DB792E1627E}"/>
          </ac:spMkLst>
        </pc:spChg>
        <pc:spChg chg="add mod">
          <ac:chgData name="Tonisha Jeffers" userId="047621a9-cd6e-4f5d-8866-102677a2830c" providerId="ADAL" clId="{1A831B0D-AD6B-4F61-B8D1-9BB5C8D8CE98}" dt="2025-04-01T13:12:00.550" v="488" actId="1076"/>
          <ac:spMkLst>
            <pc:docMk/>
            <pc:sldMk cId="3813244742" sldId="257"/>
            <ac:spMk id="10" creationId="{A3619A14-24FC-47E1-387C-DEAB5D4C6E4D}"/>
          </ac:spMkLst>
        </pc:spChg>
        <pc:spChg chg="add mod">
          <ac:chgData name="Tonisha Jeffers" userId="047621a9-cd6e-4f5d-8866-102677a2830c" providerId="ADAL" clId="{1A831B0D-AD6B-4F61-B8D1-9BB5C8D8CE98}" dt="2025-04-01T16:33:01.991" v="1067" actId="1076"/>
          <ac:spMkLst>
            <pc:docMk/>
            <pc:sldMk cId="3813244742" sldId="257"/>
            <ac:spMk id="12" creationId="{74933C12-2A41-A1E9-153A-740449B7F7F9}"/>
          </ac:spMkLst>
        </pc:spChg>
        <pc:spChg chg="add mod">
          <ac:chgData name="Tonisha Jeffers" userId="047621a9-cd6e-4f5d-8866-102677a2830c" providerId="ADAL" clId="{1A831B0D-AD6B-4F61-B8D1-9BB5C8D8CE98}" dt="2025-04-01T16:32:58.640" v="1066" actId="1076"/>
          <ac:spMkLst>
            <pc:docMk/>
            <pc:sldMk cId="3813244742" sldId="257"/>
            <ac:spMk id="14" creationId="{07D8E519-A0F9-510C-18E5-3323A46E7F29}"/>
          </ac:spMkLst>
        </pc:spChg>
        <pc:spChg chg="add mod">
          <ac:chgData name="Tonisha Jeffers" userId="047621a9-cd6e-4f5d-8866-102677a2830c" providerId="ADAL" clId="{1A831B0D-AD6B-4F61-B8D1-9BB5C8D8CE98}" dt="2025-04-01T14:36:45.443" v="545" actId="1076"/>
          <ac:spMkLst>
            <pc:docMk/>
            <pc:sldMk cId="3813244742" sldId="257"/>
            <ac:spMk id="16" creationId="{84B8B84A-460D-32AE-D859-D2A6B2370224}"/>
          </ac:spMkLst>
        </pc:spChg>
        <pc:spChg chg="add mod">
          <ac:chgData name="Tonisha Jeffers" userId="047621a9-cd6e-4f5d-8866-102677a2830c" providerId="ADAL" clId="{1A831B0D-AD6B-4F61-B8D1-9BB5C8D8CE98}" dt="2025-04-01T16:43:35.696" v="1178" actId="1076"/>
          <ac:spMkLst>
            <pc:docMk/>
            <pc:sldMk cId="3813244742" sldId="257"/>
            <ac:spMk id="22" creationId="{7682D19E-9550-A53D-E59A-BD518D4EF7F0}"/>
          </ac:spMkLst>
        </pc:spChg>
        <pc:spChg chg="add mod">
          <ac:chgData name="Tonisha Jeffers" userId="047621a9-cd6e-4f5d-8866-102677a2830c" providerId="ADAL" clId="{1A831B0D-AD6B-4F61-B8D1-9BB5C8D8CE98}" dt="2025-04-01T16:43:38.399" v="1179" actId="1076"/>
          <ac:spMkLst>
            <pc:docMk/>
            <pc:sldMk cId="3813244742" sldId="257"/>
            <ac:spMk id="24" creationId="{C413EDEA-64AC-4A41-A0A2-708E89A562EA}"/>
          </ac:spMkLst>
        </pc:spChg>
        <pc:spChg chg="add mod">
          <ac:chgData name="Tonisha Jeffers" userId="047621a9-cd6e-4f5d-8866-102677a2830c" providerId="ADAL" clId="{1A831B0D-AD6B-4F61-B8D1-9BB5C8D8CE98}" dt="2025-04-01T12:55:30.535" v="376" actId="1076"/>
          <ac:spMkLst>
            <pc:docMk/>
            <pc:sldMk cId="3813244742" sldId="257"/>
            <ac:spMk id="26" creationId="{9AC57C3F-7058-1B62-784D-6C29012BE4B1}"/>
          </ac:spMkLst>
        </pc:spChg>
        <pc:spChg chg="add mod">
          <ac:chgData name="Tonisha Jeffers" userId="047621a9-cd6e-4f5d-8866-102677a2830c" providerId="ADAL" clId="{1A831B0D-AD6B-4F61-B8D1-9BB5C8D8CE98}" dt="2025-04-01T16:39:09.972" v="1131" actId="1076"/>
          <ac:spMkLst>
            <pc:docMk/>
            <pc:sldMk cId="3813244742" sldId="257"/>
            <ac:spMk id="28" creationId="{47E00752-87A6-FC27-6DEF-532AE916113A}"/>
          </ac:spMkLst>
        </pc:spChg>
        <pc:spChg chg="add del mod">
          <ac:chgData name="Tonisha Jeffers" userId="047621a9-cd6e-4f5d-8866-102677a2830c" providerId="ADAL" clId="{1A831B0D-AD6B-4F61-B8D1-9BB5C8D8CE98}" dt="2025-04-01T15:56:52.266" v="823"/>
          <ac:spMkLst>
            <pc:docMk/>
            <pc:sldMk cId="3813244742" sldId="257"/>
            <ac:spMk id="30" creationId="{09762ADD-87DE-B1DF-D94A-238E1BEC2176}"/>
          </ac:spMkLst>
        </pc:spChg>
        <pc:spChg chg="add del mod">
          <ac:chgData name="Tonisha Jeffers" userId="047621a9-cd6e-4f5d-8866-102677a2830c" providerId="ADAL" clId="{1A831B0D-AD6B-4F61-B8D1-9BB5C8D8CE98}" dt="2025-04-01T12:52:02.145" v="349" actId="478"/>
          <ac:spMkLst>
            <pc:docMk/>
            <pc:sldMk cId="3813244742" sldId="257"/>
            <ac:spMk id="32" creationId="{28F87104-B7D0-646C-4396-09C51AA20A4D}"/>
          </ac:spMkLst>
        </pc:spChg>
        <pc:spChg chg="add mod">
          <ac:chgData name="Tonisha Jeffers" userId="047621a9-cd6e-4f5d-8866-102677a2830c" providerId="ADAL" clId="{1A831B0D-AD6B-4F61-B8D1-9BB5C8D8CE98}" dt="2025-04-01T13:04:34.993" v="431" actId="1076"/>
          <ac:spMkLst>
            <pc:docMk/>
            <pc:sldMk cId="3813244742" sldId="257"/>
            <ac:spMk id="34" creationId="{80341E43-2AE0-1402-B9FF-928BC82B9DEB}"/>
          </ac:spMkLst>
        </pc:spChg>
        <pc:spChg chg="add mod">
          <ac:chgData name="Tonisha Jeffers" userId="047621a9-cd6e-4f5d-8866-102677a2830c" providerId="ADAL" clId="{1A831B0D-AD6B-4F61-B8D1-9BB5C8D8CE98}" dt="2025-04-01T15:58:35.076" v="837" actId="1076"/>
          <ac:spMkLst>
            <pc:docMk/>
            <pc:sldMk cId="3813244742" sldId="257"/>
            <ac:spMk id="36" creationId="{804F5DA5-2686-9186-9A53-A0A45E70233C}"/>
          </ac:spMkLst>
        </pc:spChg>
        <pc:spChg chg="add mod">
          <ac:chgData name="Tonisha Jeffers" userId="047621a9-cd6e-4f5d-8866-102677a2830c" providerId="ADAL" clId="{1A831B0D-AD6B-4F61-B8D1-9BB5C8D8CE98}" dt="2025-04-01T12:55:47.277" v="380" actId="1076"/>
          <ac:spMkLst>
            <pc:docMk/>
            <pc:sldMk cId="3813244742" sldId="257"/>
            <ac:spMk id="90" creationId="{33A22C89-3AEA-7215-CD53-50D710BD2CA8}"/>
          </ac:spMkLst>
        </pc:spChg>
        <pc:spChg chg="add mod">
          <ac:chgData name="Tonisha Jeffers" userId="047621a9-cd6e-4f5d-8866-102677a2830c" providerId="ADAL" clId="{1A831B0D-AD6B-4F61-B8D1-9BB5C8D8CE98}" dt="2025-04-02T13:27:18.895" v="1400" actId="1076"/>
          <ac:spMkLst>
            <pc:docMk/>
            <pc:sldMk cId="3813244742" sldId="257"/>
            <ac:spMk id="92" creationId="{8BD51D63-341C-0FF8-AAB0-CEF6A75D2372}"/>
          </ac:spMkLst>
        </pc:spChg>
        <pc:spChg chg="add mod">
          <ac:chgData name="Tonisha Jeffers" userId="047621a9-cd6e-4f5d-8866-102677a2830c" providerId="ADAL" clId="{1A831B0D-AD6B-4F61-B8D1-9BB5C8D8CE98}" dt="2025-04-02T13:27:04.743" v="1397" actId="1076"/>
          <ac:spMkLst>
            <pc:docMk/>
            <pc:sldMk cId="3813244742" sldId="257"/>
            <ac:spMk id="94" creationId="{73F98CDE-8319-46B5-3715-76CFE553839C}"/>
          </ac:spMkLst>
        </pc:spChg>
        <pc:spChg chg="add mod">
          <ac:chgData name="Tonisha Jeffers" userId="047621a9-cd6e-4f5d-8866-102677a2830c" providerId="ADAL" clId="{1A831B0D-AD6B-4F61-B8D1-9BB5C8D8CE98}" dt="2025-04-01T16:39:15.386" v="1132" actId="1076"/>
          <ac:spMkLst>
            <pc:docMk/>
            <pc:sldMk cId="3813244742" sldId="257"/>
            <ac:spMk id="96" creationId="{984746F8-071B-10B6-8AF4-6F4C63A107EA}"/>
          </ac:spMkLst>
        </pc:spChg>
        <pc:spChg chg="add mod">
          <ac:chgData name="Tonisha Jeffers" userId="047621a9-cd6e-4f5d-8866-102677a2830c" providerId="ADAL" clId="{1A831B0D-AD6B-4F61-B8D1-9BB5C8D8CE98}" dt="2025-04-01T15:19:23.146" v="760" actId="1076"/>
          <ac:spMkLst>
            <pc:docMk/>
            <pc:sldMk cId="3813244742" sldId="257"/>
            <ac:spMk id="126" creationId="{DDD95DD8-C68E-8F76-A902-6558CFC99AC3}"/>
          </ac:spMkLst>
        </pc:spChg>
        <pc:spChg chg="add mod">
          <ac:chgData name="Tonisha Jeffers" userId="047621a9-cd6e-4f5d-8866-102677a2830c" providerId="ADAL" clId="{1A831B0D-AD6B-4F61-B8D1-9BB5C8D8CE98}" dt="2025-04-01T15:19:19.507" v="759" actId="1076"/>
          <ac:spMkLst>
            <pc:docMk/>
            <pc:sldMk cId="3813244742" sldId="257"/>
            <ac:spMk id="128" creationId="{74794657-B24D-B538-A35F-45575164C5CD}"/>
          </ac:spMkLst>
        </pc:spChg>
        <pc:spChg chg="add mod">
          <ac:chgData name="Tonisha Jeffers" userId="047621a9-cd6e-4f5d-8866-102677a2830c" providerId="ADAL" clId="{1A831B0D-AD6B-4F61-B8D1-9BB5C8D8CE98}" dt="2025-04-01T14:58:13.561" v="668" actId="1076"/>
          <ac:spMkLst>
            <pc:docMk/>
            <pc:sldMk cId="3813244742" sldId="257"/>
            <ac:spMk id="139" creationId="{E26808A4-FCF4-14EE-8BFA-AA979C6CAF64}"/>
          </ac:spMkLst>
        </pc:spChg>
        <pc:spChg chg="add mod">
          <ac:chgData name="Tonisha Jeffers" userId="047621a9-cd6e-4f5d-8866-102677a2830c" providerId="ADAL" clId="{1A831B0D-AD6B-4F61-B8D1-9BB5C8D8CE98}" dt="2025-04-01T13:13:33.866" v="499" actId="1076"/>
          <ac:spMkLst>
            <pc:docMk/>
            <pc:sldMk cId="3813244742" sldId="257"/>
            <ac:spMk id="141" creationId="{CCA792F7-65CD-2143-4BEB-B997E0506129}"/>
          </ac:spMkLst>
        </pc:spChg>
        <pc:spChg chg="add mod">
          <ac:chgData name="Tonisha Jeffers" userId="047621a9-cd6e-4f5d-8866-102677a2830c" providerId="ADAL" clId="{1A831B0D-AD6B-4F61-B8D1-9BB5C8D8CE98}" dt="2025-04-01T14:28:09.390" v="507" actId="1076"/>
          <ac:spMkLst>
            <pc:docMk/>
            <pc:sldMk cId="3813244742" sldId="257"/>
            <ac:spMk id="146" creationId="{4E0FC7BD-CCC6-162B-793C-7AF87BA9F249}"/>
          </ac:spMkLst>
        </pc:spChg>
        <pc:spChg chg="add mod">
          <ac:chgData name="Tonisha Jeffers" userId="047621a9-cd6e-4f5d-8866-102677a2830c" providerId="ADAL" clId="{1A831B0D-AD6B-4F61-B8D1-9BB5C8D8CE98}" dt="2025-04-01T14:36:00.554" v="538" actId="1076"/>
          <ac:spMkLst>
            <pc:docMk/>
            <pc:sldMk cId="3813244742" sldId="257"/>
            <ac:spMk id="153" creationId="{A094183D-8B8C-1962-9EE0-6A1617B205BA}"/>
          </ac:spMkLst>
        </pc:spChg>
        <pc:spChg chg="add mod">
          <ac:chgData name="Tonisha Jeffers" userId="047621a9-cd6e-4f5d-8866-102677a2830c" providerId="ADAL" clId="{1A831B0D-AD6B-4F61-B8D1-9BB5C8D8CE98}" dt="2025-04-01T16:18:06.064" v="959" actId="1076"/>
          <ac:spMkLst>
            <pc:docMk/>
            <pc:sldMk cId="3813244742" sldId="257"/>
            <ac:spMk id="155" creationId="{CB9AC21B-D642-9488-AD10-D474D3277202}"/>
          </ac:spMkLst>
        </pc:spChg>
        <pc:spChg chg="add mod">
          <ac:chgData name="Tonisha Jeffers" userId="047621a9-cd6e-4f5d-8866-102677a2830c" providerId="ADAL" clId="{1A831B0D-AD6B-4F61-B8D1-9BB5C8D8CE98}" dt="2025-04-01T14:35:55.992" v="537" actId="1076"/>
          <ac:spMkLst>
            <pc:docMk/>
            <pc:sldMk cId="3813244742" sldId="257"/>
            <ac:spMk id="163" creationId="{38328905-6A9D-BDCA-26A9-478FC5178EA7}"/>
          </ac:spMkLst>
        </pc:spChg>
        <pc:spChg chg="add mod">
          <ac:chgData name="Tonisha Jeffers" userId="047621a9-cd6e-4f5d-8866-102677a2830c" providerId="ADAL" clId="{1A831B0D-AD6B-4F61-B8D1-9BB5C8D8CE98}" dt="2025-04-01T14:36:32.657" v="542" actId="1076"/>
          <ac:spMkLst>
            <pc:docMk/>
            <pc:sldMk cId="3813244742" sldId="257"/>
            <ac:spMk id="165" creationId="{39745221-3240-7CBD-9F4F-46325623002F}"/>
          </ac:spMkLst>
        </pc:spChg>
        <pc:spChg chg="add mod">
          <ac:chgData name="Tonisha Jeffers" userId="047621a9-cd6e-4f5d-8866-102677a2830c" providerId="ADAL" clId="{1A831B0D-AD6B-4F61-B8D1-9BB5C8D8CE98}" dt="2025-04-01T15:23:39.475" v="799" actId="1076"/>
          <ac:spMkLst>
            <pc:docMk/>
            <pc:sldMk cId="3813244742" sldId="257"/>
            <ac:spMk id="171" creationId="{EA87F67A-A75E-46FE-B6D8-ECA4ECCA6202}"/>
          </ac:spMkLst>
        </pc:spChg>
        <pc:spChg chg="add mod">
          <ac:chgData name="Tonisha Jeffers" userId="047621a9-cd6e-4f5d-8866-102677a2830c" providerId="ADAL" clId="{1A831B0D-AD6B-4F61-B8D1-9BB5C8D8CE98}" dt="2025-04-01T15:23:35.307" v="798" actId="1076"/>
          <ac:spMkLst>
            <pc:docMk/>
            <pc:sldMk cId="3813244742" sldId="257"/>
            <ac:spMk id="173" creationId="{42E6EB6A-25DF-6892-3A21-722E12616293}"/>
          </ac:spMkLst>
        </pc:spChg>
        <pc:spChg chg="add mod">
          <ac:chgData name="Tonisha Jeffers" userId="047621a9-cd6e-4f5d-8866-102677a2830c" providerId="ADAL" clId="{1A831B0D-AD6B-4F61-B8D1-9BB5C8D8CE98}" dt="2025-04-02T13:09:58.680" v="1350" actId="1076"/>
          <ac:spMkLst>
            <pc:docMk/>
            <pc:sldMk cId="3813244742" sldId="257"/>
            <ac:spMk id="191" creationId="{4919B21F-F64E-D867-0713-B29CDF2BF4DB}"/>
          </ac:spMkLst>
        </pc:spChg>
        <pc:spChg chg="add mod">
          <ac:chgData name="Tonisha Jeffers" userId="047621a9-cd6e-4f5d-8866-102677a2830c" providerId="ADAL" clId="{1A831B0D-AD6B-4F61-B8D1-9BB5C8D8CE98}" dt="2025-04-01T14:46:18.708" v="610" actId="1076"/>
          <ac:spMkLst>
            <pc:docMk/>
            <pc:sldMk cId="3813244742" sldId="257"/>
            <ac:spMk id="193" creationId="{A05A2872-7F4E-20F5-99BF-34FC3E63592D}"/>
          </ac:spMkLst>
        </pc:spChg>
        <pc:spChg chg="add mod">
          <ac:chgData name="Tonisha Jeffers" userId="047621a9-cd6e-4f5d-8866-102677a2830c" providerId="ADAL" clId="{1A831B0D-AD6B-4F61-B8D1-9BB5C8D8CE98}" dt="2025-04-01T14:47:39.330" v="615" actId="1076"/>
          <ac:spMkLst>
            <pc:docMk/>
            <pc:sldMk cId="3813244742" sldId="257"/>
            <ac:spMk id="195" creationId="{63B9E5E3-7FC8-AD4F-1368-65026027EE9E}"/>
          </ac:spMkLst>
        </pc:spChg>
        <pc:spChg chg="add mod">
          <ac:chgData name="Tonisha Jeffers" userId="047621a9-cd6e-4f5d-8866-102677a2830c" providerId="ADAL" clId="{1A831B0D-AD6B-4F61-B8D1-9BB5C8D8CE98}" dt="2025-04-01T14:49:01.017" v="644" actId="1076"/>
          <ac:spMkLst>
            <pc:docMk/>
            <pc:sldMk cId="3813244742" sldId="257"/>
            <ac:spMk id="197" creationId="{5A6A714F-1F31-BA3A-9EC1-A97F0881ADEA}"/>
          </ac:spMkLst>
        </pc:spChg>
        <pc:spChg chg="add mod">
          <ac:chgData name="Tonisha Jeffers" userId="047621a9-cd6e-4f5d-8866-102677a2830c" providerId="ADAL" clId="{1A831B0D-AD6B-4F61-B8D1-9BB5C8D8CE98}" dt="2025-04-01T14:49:38.498" v="649" actId="1076"/>
          <ac:spMkLst>
            <pc:docMk/>
            <pc:sldMk cId="3813244742" sldId="257"/>
            <ac:spMk id="199" creationId="{10D3A6FD-CD64-9073-3071-C22A85853F57}"/>
          </ac:spMkLst>
        </pc:spChg>
        <pc:spChg chg="add mod">
          <ac:chgData name="Tonisha Jeffers" userId="047621a9-cd6e-4f5d-8866-102677a2830c" providerId="ADAL" clId="{1A831B0D-AD6B-4F61-B8D1-9BB5C8D8CE98}" dt="2025-04-02T13:09:54.173" v="1349" actId="1076"/>
          <ac:spMkLst>
            <pc:docMk/>
            <pc:sldMk cId="3813244742" sldId="257"/>
            <ac:spMk id="201" creationId="{031703DF-E9C9-241B-7D35-E8EECCB54D87}"/>
          </ac:spMkLst>
        </pc:spChg>
        <pc:spChg chg="add mod">
          <ac:chgData name="Tonisha Jeffers" userId="047621a9-cd6e-4f5d-8866-102677a2830c" providerId="ADAL" clId="{1A831B0D-AD6B-4F61-B8D1-9BB5C8D8CE98}" dt="2025-04-01T14:46:12.748" v="609" actId="1076"/>
          <ac:spMkLst>
            <pc:docMk/>
            <pc:sldMk cId="3813244742" sldId="257"/>
            <ac:spMk id="203" creationId="{8342CC1B-1BDE-906B-FC0C-B88BF3F70327}"/>
          </ac:spMkLst>
        </pc:spChg>
        <pc:spChg chg="add mod">
          <ac:chgData name="Tonisha Jeffers" userId="047621a9-cd6e-4f5d-8866-102677a2830c" providerId="ADAL" clId="{1A831B0D-AD6B-4F61-B8D1-9BB5C8D8CE98}" dt="2025-04-01T14:47:30.781" v="614" actId="1076"/>
          <ac:spMkLst>
            <pc:docMk/>
            <pc:sldMk cId="3813244742" sldId="257"/>
            <ac:spMk id="205" creationId="{F41AF0DE-36B0-6815-410C-729EF4378716}"/>
          </ac:spMkLst>
        </pc:spChg>
        <pc:spChg chg="add mod">
          <ac:chgData name="Tonisha Jeffers" userId="047621a9-cd6e-4f5d-8866-102677a2830c" providerId="ADAL" clId="{1A831B0D-AD6B-4F61-B8D1-9BB5C8D8CE98}" dt="2025-04-01T14:48:57.488" v="643" actId="1076"/>
          <ac:spMkLst>
            <pc:docMk/>
            <pc:sldMk cId="3813244742" sldId="257"/>
            <ac:spMk id="207" creationId="{002DD20F-C767-AAC0-A6DA-97B2ACDC1565}"/>
          </ac:spMkLst>
        </pc:spChg>
        <pc:spChg chg="add mod">
          <ac:chgData name="Tonisha Jeffers" userId="047621a9-cd6e-4f5d-8866-102677a2830c" providerId="ADAL" clId="{1A831B0D-AD6B-4F61-B8D1-9BB5C8D8CE98}" dt="2025-04-01T14:49:32.687" v="648" actId="1076"/>
          <ac:spMkLst>
            <pc:docMk/>
            <pc:sldMk cId="3813244742" sldId="257"/>
            <ac:spMk id="209" creationId="{9901D0A5-9E27-CB4B-F836-4378565EDA9B}"/>
          </ac:spMkLst>
        </pc:spChg>
        <pc:spChg chg="add mod">
          <ac:chgData name="Tonisha Jeffers" userId="047621a9-cd6e-4f5d-8866-102677a2830c" providerId="ADAL" clId="{1A831B0D-AD6B-4F61-B8D1-9BB5C8D8CE98}" dt="2025-04-01T15:00:27.184" v="679" actId="1076"/>
          <ac:spMkLst>
            <pc:docMk/>
            <pc:sldMk cId="3813244742" sldId="257"/>
            <ac:spMk id="226" creationId="{8854B75C-B418-083F-E1DF-7D0DF2DCBC26}"/>
          </ac:spMkLst>
        </pc:spChg>
        <pc:spChg chg="add mod">
          <ac:chgData name="Tonisha Jeffers" userId="047621a9-cd6e-4f5d-8866-102677a2830c" providerId="ADAL" clId="{1A831B0D-AD6B-4F61-B8D1-9BB5C8D8CE98}" dt="2025-04-01T15:00:20.755" v="678" actId="1076"/>
          <ac:spMkLst>
            <pc:docMk/>
            <pc:sldMk cId="3813244742" sldId="257"/>
            <ac:spMk id="228" creationId="{38C94719-70B8-ACE9-2F8A-B025ECA8D766}"/>
          </ac:spMkLst>
        </pc:spChg>
        <pc:spChg chg="add mod">
          <ac:chgData name="Tonisha Jeffers" userId="047621a9-cd6e-4f5d-8866-102677a2830c" providerId="ADAL" clId="{1A831B0D-AD6B-4F61-B8D1-9BB5C8D8CE98}" dt="2025-04-01T15:00:55.223" v="683" actId="1076"/>
          <ac:spMkLst>
            <pc:docMk/>
            <pc:sldMk cId="3813244742" sldId="257"/>
            <ac:spMk id="230" creationId="{5E83F63B-3343-03D1-3661-97DA3F5280DA}"/>
          </ac:spMkLst>
        </pc:spChg>
        <pc:spChg chg="add mod">
          <ac:chgData name="Tonisha Jeffers" userId="047621a9-cd6e-4f5d-8866-102677a2830c" providerId="ADAL" clId="{1A831B0D-AD6B-4F61-B8D1-9BB5C8D8CE98}" dt="2025-04-01T15:01:20.605" v="688" actId="1076"/>
          <ac:spMkLst>
            <pc:docMk/>
            <pc:sldMk cId="3813244742" sldId="257"/>
            <ac:spMk id="232" creationId="{92FFE4D3-5CB2-F214-805F-6AFB976C450F}"/>
          </ac:spMkLst>
        </pc:spChg>
        <pc:spChg chg="add mod">
          <ac:chgData name="Tonisha Jeffers" userId="047621a9-cd6e-4f5d-8866-102677a2830c" providerId="ADAL" clId="{1A831B0D-AD6B-4F61-B8D1-9BB5C8D8CE98}" dt="2025-04-01T15:06:33.941" v="705" actId="1076"/>
          <ac:spMkLst>
            <pc:docMk/>
            <pc:sldMk cId="3813244742" sldId="257"/>
            <ac:spMk id="234" creationId="{D78DA4B2-599B-9E88-695A-45A07397003E}"/>
          </ac:spMkLst>
        </pc:spChg>
        <pc:spChg chg="add mod">
          <ac:chgData name="Tonisha Jeffers" userId="047621a9-cd6e-4f5d-8866-102677a2830c" providerId="ADAL" clId="{1A831B0D-AD6B-4F61-B8D1-9BB5C8D8CE98}" dt="2025-04-01T15:06:30.209" v="704" actId="1076"/>
          <ac:spMkLst>
            <pc:docMk/>
            <pc:sldMk cId="3813244742" sldId="257"/>
            <ac:spMk id="236" creationId="{B0A478C9-93C3-2152-7DEC-8B76BC31406C}"/>
          </ac:spMkLst>
        </pc:spChg>
        <pc:spChg chg="add mod">
          <ac:chgData name="Tonisha Jeffers" userId="047621a9-cd6e-4f5d-8866-102677a2830c" providerId="ADAL" clId="{1A831B0D-AD6B-4F61-B8D1-9BB5C8D8CE98}" dt="2025-04-01T15:08:35.375" v="709" actId="1076"/>
          <ac:spMkLst>
            <pc:docMk/>
            <pc:sldMk cId="3813244742" sldId="257"/>
            <ac:spMk id="238" creationId="{37C7D1D7-A192-BAEC-6A0B-93F15D677F8D}"/>
          </ac:spMkLst>
        </pc:spChg>
        <pc:spChg chg="add mod">
          <ac:chgData name="Tonisha Jeffers" userId="047621a9-cd6e-4f5d-8866-102677a2830c" providerId="ADAL" clId="{1A831B0D-AD6B-4F61-B8D1-9BB5C8D8CE98}" dt="2025-04-01T15:10:13.223" v="714" actId="255"/>
          <ac:spMkLst>
            <pc:docMk/>
            <pc:sldMk cId="3813244742" sldId="257"/>
            <ac:spMk id="240" creationId="{D7959285-2404-F6D6-988D-D8CE0BC5BE0F}"/>
          </ac:spMkLst>
        </pc:spChg>
        <pc:spChg chg="add mod">
          <ac:chgData name="Tonisha Jeffers" userId="047621a9-cd6e-4f5d-8866-102677a2830c" providerId="ADAL" clId="{1A831B0D-AD6B-4F61-B8D1-9BB5C8D8CE98}" dt="2025-04-01T15:13:22.959" v="734" actId="1076"/>
          <ac:spMkLst>
            <pc:docMk/>
            <pc:sldMk cId="3813244742" sldId="257"/>
            <ac:spMk id="260" creationId="{A9E2C055-F391-32C2-151B-8FE9CDDE18FA}"/>
          </ac:spMkLst>
        </pc:spChg>
        <pc:spChg chg="add mod">
          <ac:chgData name="Tonisha Jeffers" userId="047621a9-cd6e-4f5d-8866-102677a2830c" providerId="ADAL" clId="{1A831B0D-AD6B-4F61-B8D1-9BB5C8D8CE98}" dt="2025-04-01T15:15:06.772" v="738" actId="1076"/>
          <ac:spMkLst>
            <pc:docMk/>
            <pc:sldMk cId="3813244742" sldId="257"/>
            <ac:spMk id="262" creationId="{3B12B2DF-B644-8AFB-23E0-D8E84BE85BC4}"/>
          </ac:spMkLst>
        </pc:spChg>
        <pc:spChg chg="add mod">
          <ac:chgData name="Tonisha Jeffers" userId="047621a9-cd6e-4f5d-8866-102677a2830c" providerId="ADAL" clId="{1A831B0D-AD6B-4F61-B8D1-9BB5C8D8CE98}" dt="2025-04-01T15:16:53.472" v="742" actId="1076"/>
          <ac:spMkLst>
            <pc:docMk/>
            <pc:sldMk cId="3813244742" sldId="257"/>
            <ac:spMk id="264" creationId="{54DEC27B-A3BF-BF5E-A457-3E87E5D791EB}"/>
          </ac:spMkLst>
        </pc:spChg>
        <pc:spChg chg="add mod">
          <ac:chgData name="Tonisha Jeffers" userId="047621a9-cd6e-4f5d-8866-102677a2830c" providerId="ADAL" clId="{1A831B0D-AD6B-4F61-B8D1-9BB5C8D8CE98}" dt="2025-04-01T15:17:56.585" v="746" actId="1076"/>
          <ac:spMkLst>
            <pc:docMk/>
            <pc:sldMk cId="3813244742" sldId="257"/>
            <ac:spMk id="266" creationId="{2E664EEC-012A-C518-B802-C5296D0EE292}"/>
          </ac:spMkLst>
        </pc:spChg>
        <pc:spChg chg="add mod">
          <ac:chgData name="Tonisha Jeffers" userId="047621a9-cd6e-4f5d-8866-102677a2830c" providerId="ADAL" clId="{1A831B0D-AD6B-4F61-B8D1-9BB5C8D8CE98}" dt="2025-04-01T15:57:47.738" v="831" actId="1076"/>
          <ac:spMkLst>
            <pc:docMk/>
            <pc:sldMk cId="3813244742" sldId="257"/>
            <ac:spMk id="309" creationId="{0002C85B-0AEC-696E-818E-000DCE4EE28F}"/>
          </ac:spMkLst>
        </pc:spChg>
        <pc:spChg chg="add mod">
          <ac:chgData name="Tonisha Jeffers" userId="047621a9-cd6e-4f5d-8866-102677a2830c" providerId="ADAL" clId="{1A831B0D-AD6B-4F61-B8D1-9BB5C8D8CE98}" dt="2025-04-01T16:37:47.647" v="1114" actId="1076"/>
          <ac:spMkLst>
            <pc:docMk/>
            <pc:sldMk cId="3813244742" sldId="257"/>
            <ac:spMk id="311" creationId="{48920372-4F6A-A67F-CEC8-E431CA756BC3}"/>
          </ac:spMkLst>
        </pc:spChg>
        <pc:spChg chg="add mod">
          <ac:chgData name="Tonisha Jeffers" userId="047621a9-cd6e-4f5d-8866-102677a2830c" providerId="ADAL" clId="{1A831B0D-AD6B-4F61-B8D1-9BB5C8D8CE98}" dt="2025-04-02T14:18:55.440" v="1824" actId="1076"/>
          <ac:spMkLst>
            <pc:docMk/>
            <pc:sldMk cId="3813244742" sldId="257"/>
            <ac:spMk id="313" creationId="{78157014-BC33-1B94-DF2F-F14C1E5F3F73}"/>
          </ac:spMkLst>
        </pc:spChg>
        <pc:spChg chg="add mod">
          <ac:chgData name="Tonisha Jeffers" userId="047621a9-cd6e-4f5d-8866-102677a2830c" providerId="ADAL" clId="{1A831B0D-AD6B-4F61-B8D1-9BB5C8D8CE98}" dt="2025-04-02T14:18:33.503" v="1817" actId="1076"/>
          <ac:spMkLst>
            <pc:docMk/>
            <pc:sldMk cId="3813244742" sldId="257"/>
            <ac:spMk id="315" creationId="{A8CDDC6D-0A15-68C3-8237-D7422FD96D03}"/>
          </ac:spMkLst>
        </pc:spChg>
        <pc:spChg chg="add mod">
          <ac:chgData name="Tonisha Jeffers" userId="047621a9-cd6e-4f5d-8866-102677a2830c" providerId="ADAL" clId="{1A831B0D-AD6B-4F61-B8D1-9BB5C8D8CE98}" dt="2025-04-02T14:18:51.453" v="1823" actId="1076"/>
          <ac:spMkLst>
            <pc:docMk/>
            <pc:sldMk cId="3813244742" sldId="257"/>
            <ac:spMk id="317" creationId="{239A4D51-3105-5986-47FC-D7EE7337A11E}"/>
          </ac:spMkLst>
        </pc:spChg>
        <pc:spChg chg="add mod">
          <ac:chgData name="Tonisha Jeffers" userId="047621a9-cd6e-4f5d-8866-102677a2830c" providerId="ADAL" clId="{1A831B0D-AD6B-4F61-B8D1-9BB5C8D8CE98}" dt="2025-04-02T14:18:41.377" v="1820" actId="1076"/>
          <ac:spMkLst>
            <pc:docMk/>
            <pc:sldMk cId="3813244742" sldId="257"/>
            <ac:spMk id="319" creationId="{65CE5260-5B1E-0D74-C443-BD4F4891B08C}"/>
          </ac:spMkLst>
        </pc:spChg>
        <pc:spChg chg="add mod">
          <ac:chgData name="Tonisha Jeffers" userId="047621a9-cd6e-4f5d-8866-102677a2830c" providerId="ADAL" clId="{1A831B0D-AD6B-4F61-B8D1-9BB5C8D8CE98}" dt="2025-04-02T14:18:20.943" v="1812" actId="14100"/>
          <ac:spMkLst>
            <pc:docMk/>
            <pc:sldMk cId="3813244742" sldId="257"/>
            <ac:spMk id="321" creationId="{4781621F-1570-1549-605D-95EDC4325F72}"/>
          </ac:spMkLst>
        </pc:spChg>
        <pc:spChg chg="add mod">
          <ac:chgData name="Tonisha Jeffers" userId="047621a9-cd6e-4f5d-8866-102677a2830c" providerId="ADAL" clId="{1A831B0D-AD6B-4F61-B8D1-9BB5C8D8CE98}" dt="2025-04-01T16:15:13.487" v="930" actId="1076"/>
          <ac:spMkLst>
            <pc:docMk/>
            <pc:sldMk cId="3813244742" sldId="257"/>
            <ac:spMk id="340" creationId="{80FC420E-6016-B8FF-2E49-D80E9080B312}"/>
          </ac:spMkLst>
        </pc:spChg>
        <pc:spChg chg="add mod">
          <ac:chgData name="Tonisha Jeffers" userId="047621a9-cd6e-4f5d-8866-102677a2830c" providerId="ADAL" clId="{1A831B0D-AD6B-4F61-B8D1-9BB5C8D8CE98}" dt="2025-04-01T16:15:49.941" v="937" actId="1076"/>
          <ac:spMkLst>
            <pc:docMk/>
            <pc:sldMk cId="3813244742" sldId="257"/>
            <ac:spMk id="342" creationId="{A9621018-2639-E530-AA7B-41DFAC3EA8CD}"/>
          </ac:spMkLst>
        </pc:spChg>
        <pc:spChg chg="add mod">
          <ac:chgData name="Tonisha Jeffers" userId="047621a9-cd6e-4f5d-8866-102677a2830c" providerId="ADAL" clId="{1A831B0D-AD6B-4F61-B8D1-9BB5C8D8CE98}" dt="2025-04-01T16:12:55.803" v="914" actId="1076"/>
          <ac:spMkLst>
            <pc:docMk/>
            <pc:sldMk cId="3813244742" sldId="257"/>
            <ac:spMk id="344" creationId="{722A0B21-395E-6790-FBF2-FBBFAB11C206}"/>
          </ac:spMkLst>
        </pc:spChg>
        <pc:spChg chg="add mod">
          <ac:chgData name="Tonisha Jeffers" userId="047621a9-cd6e-4f5d-8866-102677a2830c" providerId="ADAL" clId="{1A831B0D-AD6B-4F61-B8D1-9BB5C8D8CE98}" dt="2025-04-01T16:13:54.775" v="923" actId="1076"/>
          <ac:spMkLst>
            <pc:docMk/>
            <pc:sldMk cId="3813244742" sldId="257"/>
            <ac:spMk id="349" creationId="{59BAA0B5-04C6-B276-6280-5E1DB72328FD}"/>
          </ac:spMkLst>
        </pc:spChg>
        <pc:spChg chg="add mod">
          <ac:chgData name="Tonisha Jeffers" userId="047621a9-cd6e-4f5d-8866-102677a2830c" providerId="ADAL" clId="{1A831B0D-AD6B-4F61-B8D1-9BB5C8D8CE98}" dt="2025-04-01T16:15:08.023" v="929" actId="1076"/>
          <ac:spMkLst>
            <pc:docMk/>
            <pc:sldMk cId="3813244742" sldId="257"/>
            <ac:spMk id="351" creationId="{E67811CD-69F3-79C8-D24D-655B0A30E9B3}"/>
          </ac:spMkLst>
        </pc:spChg>
        <pc:spChg chg="add mod">
          <ac:chgData name="Tonisha Jeffers" userId="047621a9-cd6e-4f5d-8866-102677a2830c" providerId="ADAL" clId="{1A831B0D-AD6B-4F61-B8D1-9BB5C8D8CE98}" dt="2025-04-01T16:15:42.351" v="936" actId="1076"/>
          <ac:spMkLst>
            <pc:docMk/>
            <pc:sldMk cId="3813244742" sldId="257"/>
            <ac:spMk id="353" creationId="{AC3B1E5A-E98D-90B3-6C01-9FADC0B6D7F3}"/>
          </ac:spMkLst>
        </pc:spChg>
        <pc:spChg chg="add mod">
          <ac:chgData name="Tonisha Jeffers" userId="047621a9-cd6e-4f5d-8866-102677a2830c" providerId="ADAL" clId="{1A831B0D-AD6B-4F61-B8D1-9BB5C8D8CE98}" dt="2025-04-01T16:16:26.406" v="943" actId="1076"/>
          <ac:spMkLst>
            <pc:docMk/>
            <pc:sldMk cId="3813244742" sldId="257"/>
            <ac:spMk id="355" creationId="{6D08752D-EEF1-E375-0DE3-8D4481A9E20E}"/>
          </ac:spMkLst>
        </pc:spChg>
        <pc:spChg chg="add mod">
          <ac:chgData name="Tonisha Jeffers" userId="047621a9-cd6e-4f5d-8866-102677a2830c" providerId="ADAL" clId="{1A831B0D-AD6B-4F61-B8D1-9BB5C8D8CE98}" dt="2025-04-01T16:17:20.159" v="951" actId="1076"/>
          <ac:spMkLst>
            <pc:docMk/>
            <pc:sldMk cId="3813244742" sldId="257"/>
            <ac:spMk id="357" creationId="{54A44688-D826-D6BA-5CD0-9F5697B08E1D}"/>
          </ac:spMkLst>
        </pc:spChg>
        <pc:spChg chg="add mod">
          <ac:chgData name="Tonisha Jeffers" userId="047621a9-cd6e-4f5d-8866-102677a2830c" providerId="ADAL" clId="{1A831B0D-AD6B-4F61-B8D1-9BB5C8D8CE98}" dt="2025-04-01T16:20:42.848" v="979" actId="1076"/>
          <ac:spMkLst>
            <pc:docMk/>
            <pc:sldMk cId="3813244742" sldId="257"/>
            <ac:spMk id="364" creationId="{184E435C-48AE-E74A-9678-8BF8E5A0D14E}"/>
          </ac:spMkLst>
        </pc:spChg>
        <pc:spChg chg="add mod">
          <ac:chgData name="Tonisha Jeffers" userId="047621a9-cd6e-4f5d-8866-102677a2830c" providerId="ADAL" clId="{1A831B0D-AD6B-4F61-B8D1-9BB5C8D8CE98}" dt="2025-04-01T16:20:38.012" v="978" actId="1076"/>
          <ac:spMkLst>
            <pc:docMk/>
            <pc:sldMk cId="3813244742" sldId="257"/>
            <ac:spMk id="366" creationId="{0FFF6D79-0C33-845B-FFF8-7712A2345001}"/>
          </ac:spMkLst>
        </pc:spChg>
        <pc:spChg chg="add mod">
          <ac:chgData name="Tonisha Jeffers" userId="047621a9-cd6e-4f5d-8866-102677a2830c" providerId="ADAL" clId="{1A831B0D-AD6B-4F61-B8D1-9BB5C8D8CE98}" dt="2025-04-01T16:22:42.683" v="993" actId="1076"/>
          <ac:spMkLst>
            <pc:docMk/>
            <pc:sldMk cId="3813244742" sldId="257"/>
            <ac:spMk id="368" creationId="{252FE59C-6E99-24A3-3A71-5D95EE833CC1}"/>
          </ac:spMkLst>
        </pc:spChg>
        <pc:spChg chg="add mod">
          <ac:chgData name="Tonisha Jeffers" userId="047621a9-cd6e-4f5d-8866-102677a2830c" providerId="ADAL" clId="{1A831B0D-AD6B-4F61-B8D1-9BB5C8D8CE98}" dt="2025-04-01T16:22:38.879" v="992" actId="1076"/>
          <ac:spMkLst>
            <pc:docMk/>
            <pc:sldMk cId="3813244742" sldId="257"/>
            <ac:spMk id="370" creationId="{8CEE5D6B-6B8F-C058-C8F9-2AEC178F4F0D}"/>
          </ac:spMkLst>
        </pc:spChg>
        <pc:spChg chg="add mod">
          <ac:chgData name="Tonisha Jeffers" userId="047621a9-cd6e-4f5d-8866-102677a2830c" providerId="ADAL" clId="{1A831B0D-AD6B-4F61-B8D1-9BB5C8D8CE98}" dt="2025-04-01T16:24:59.187" v="1008" actId="1076"/>
          <ac:spMkLst>
            <pc:docMk/>
            <pc:sldMk cId="3813244742" sldId="257"/>
            <ac:spMk id="372" creationId="{27D21470-7D78-0EA0-B227-0C84A290A658}"/>
          </ac:spMkLst>
        </pc:spChg>
        <pc:spChg chg="add mod">
          <ac:chgData name="Tonisha Jeffers" userId="047621a9-cd6e-4f5d-8866-102677a2830c" providerId="ADAL" clId="{1A831B0D-AD6B-4F61-B8D1-9BB5C8D8CE98}" dt="2025-04-01T16:25:49.139" v="1022" actId="1076"/>
          <ac:spMkLst>
            <pc:docMk/>
            <pc:sldMk cId="3813244742" sldId="257"/>
            <ac:spMk id="374" creationId="{7296E699-F5C5-BDF5-EE7B-DE7372A96C1B}"/>
          </ac:spMkLst>
        </pc:spChg>
        <pc:spChg chg="add mod">
          <ac:chgData name="Tonisha Jeffers" userId="047621a9-cd6e-4f5d-8866-102677a2830c" providerId="ADAL" clId="{1A831B0D-AD6B-4F61-B8D1-9BB5C8D8CE98}" dt="2025-04-01T16:25:18.606" v="1015" actId="1076"/>
          <ac:spMkLst>
            <pc:docMk/>
            <pc:sldMk cId="3813244742" sldId="257"/>
            <ac:spMk id="376" creationId="{F6E15A8E-3D34-5D69-BED1-102FB333E9D2}"/>
          </ac:spMkLst>
        </pc:spChg>
        <pc:spChg chg="add mod">
          <ac:chgData name="Tonisha Jeffers" userId="047621a9-cd6e-4f5d-8866-102677a2830c" providerId="ADAL" clId="{1A831B0D-AD6B-4F61-B8D1-9BB5C8D8CE98}" dt="2025-04-01T16:25:56.430" v="1023" actId="1076"/>
          <ac:spMkLst>
            <pc:docMk/>
            <pc:sldMk cId="3813244742" sldId="257"/>
            <ac:spMk id="378" creationId="{CC8AC7B5-4512-9692-76EB-83DF927287CA}"/>
          </ac:spMkLst>
        </pc:spChg>
        <pc:spChg chg="add del mod">
          <ac:chgData name="Tonisha Jeffers" userId="047621a9-cd6e-4f5d-8866-102677a2830c" providerId="ADAL" clId="{1A831B0D-AD6B-4F61-B8D1-9BB5C8D8CE98}" dt="2025-04-01T16:47:34.445" v="1199" actId="478"/>
          <ac:spMkLst>
            <pc:docMk/>
            <pc:sldMk cId="3813244742" sldId="257"/>
            <ac:spMk id="439" creationId="{CD980C4C-CFA5-69D2-719F-11761DF5CEE6}"/>
          </ac:spMkLst>
        </pc:spChg>
        <pc:spChg chg="add mod">
          <ac:chgData name="Tonisha Jeffers" userId="047621a9-cd6e-4f5d-8866-102677a2830c" providerId="ADAL" clId="{1A831B0D-AD6B-4F61-B8D1-9BB5C8D8CE98}" dt="2025-04-02T14:16:58.060" v="1810" actId="1076"/>
          <ac:spMkLst>
            <pc:docMk/>
            <pc:sldMk cId="3813244742" sldId="257"/>
            <ac:spMk id="441" creationId="{411948FD-1035-4987-5D4F-C8861247ACEB}"/>
          </ac:spMkLst>
        </pc:spChg>
        <pc:spChg chg="add mod">
          <ac:chgData name="Tonisha Jeffers" userId="047621a9-cd6e-4f5d-8866-102677a2830c" providerId="ADAL" clId="{1A831B0D-AD6B-4F61-B8D1-9BB5C8D8CE98}" dt="2025-04-02T14:16:42.880" v="1806" actId="1076"/>
          <ac:spMkLst>
            <pc:docMk/>
            <pc:sldMk cId="3813244742" sldId="257"/>
            <ac:spMk id="443" creationId="{E76AFE74-1813-6202-3A3E-021EF9474801}"/>
          </ac:spMkLst>
        </pc:spChg>
        <pc:spChg chg="add mod">
          <ac:chgData name="Tonisha Jeffers" userId="047621a9-cd6e-4f5d-8866-102677a2830c" providerId="ADAL" clId="{1A831B0D-AD6B-4F61-B8D1-9BB5C8D8CE98}" dt="2025-04-02T14:16:52.481" v="1808" actId="1076"/>
          <ac:spMkLst>
            <pc:docMk/>
            <pc:sldMk cId="3813244742" sldId="257"/>
            <ac:spMk id="445" creationId="{3E3D21CB-942F-71EC-0C0B-E6BB99A9CF95}"/>
          </ac:spMkLst>
        </pc:spChg>
        <pc:spChg chg="add mod">
          <ac:chgData name="Tonisha Jeffers" userId="047621a9-cd6e-4f5d-8866-102677a2830c" providerId="ADAL" clId="{1A831B0D-AD6B-4F61-B8D1-9BB5C8D8CE98}" dt="2025-04-02T14:16:46.366" v="1807" actId="1076"/>
          <ac:spMkLst>
            <pc:docMk/>
            <pc:sldMk cId="3813244742" sldId="257"/>
            <ac:spMk id="447" creationId="{6ED39631-2F87-A578-E0D8-B34D1CA81DB1}"/>
          </ac:spMkLst>
        </pc:spChg>
        <pc:spChg chg="add mod">
          <ac:chgData name="Tonisha Jeffers" userId="047621a9-cd6e-4f5d-8866-102677a2830c" providerId="ADAL" clId="{1A831B0D-AD6B-4F61-B8D1-9BB5C8D8CE98}" dt="2025-04-02T14:00:51.076" v="1672" actId="1076"/>
          <ac:spMkLst>
            <pc:docMk/>
            <pc:sldMk cId="3813244742" sldId="257"/>
            <ac:spMk id="451" creationId="{32CACF04-DFC9-33CB-0679-706C56B5AA25}"/>
          </ac:spMkLst>
        </pc:spChg>
        <pc:spChg chg="add mod">
          <ac:chgData name="Tonisha Jeffers" userId="047621a9-cd6e-4f5d-8866-102677a2830c" providerId="ADAL" clId="{1A831B0D-AD6B-4F61-B8D1-9BB5C8D8CE98}" dt="2025-04-02T14:00:46.305" v="1671" actId="1076"/>
          <ac:spMkLst>
            <pc:docMk/>
            <pc:sldMk cId="3813244742" sldId="257"/>
            <ac:spMk id="453" creationId="{820C9F55-5868-52F8-19A0-B6FF2512DEB3}"/>
          </ac:spMkLst>
        </pc:spChg>
        <pc:spChg chg="add mod">
          <ac:chgData name="Tonisha Jeffers" userId="047621a9-cd6e-4f5d-8866-102677a2830c" providerId="ADAL" clId="{1A831B0D-AD6B-4F61-B8D1-9BB5C8D8CE98}" dt="2025-04-02T13:07:36.212" v="1325" actId="1076"/>
          <ac:spMkLst>
            <pc:docMk/>
            <pc:sldMk cId="3813244742" sldId="257"/>
            <ac:spMk id="455" creationId="{F75AF4A5-C55E-8EE3-B7AF-EE37D70FBF80}"/>
          </ac:spMkLst>
        </pc:spChg>
        <pc:spChg chg="add mod">
          <ac:chgData name="Tonisha Jeffers" userId="047621a9-cd6e-4f5d-8866-102677a2830c" providerId="ADAL" clId="{1A831B0D-AD6B-4F61-B8D1-9BB5C8D8CE98}" dt="2025-04-02T13:32:09.233" v="1447" actId="1076"/>
          <ac:spMkLst>
            <pc:docMk/>
            <pc:sldMk cId="3813244742" sldId="257"/>
            <ac:spMk id="457" creationId="{678F691D-D634-66D1-C139-9B064088C0BC}"/>
          </ac:spMkLst>
        </pc:spChg>
        <pc:spChg chg="add mod">
          <ac:chgData name="Tonisha Jeffers" userId="047621a9-cd6e-4f5d-8866-102677a2830c" providerId="ADAL" clId="{1A831B0D-AD6B-4F61-B8D1-9BB5C8D8CE98}" dt="2025-04-02T13:28:08.122" v="1404" actId="1076"/>
          <ac:spMkLst>
            <pc:docMk/>
            <pc:sldMk cId="3813244742" sldId="257"/>
            <ac:spMk id="470" creationId="{A845093F-4459-C104-E087-28698631D761}"/>
          </ac:spMkLst>
        </pc:spChg>
        <pc:spChg chg="add mod">
          <ac:chgData name="Tonisha Jeffers" userId="047621a9-cd6e-4f5d-8866-102677a2830c" providerId="ADAL" clId="{1A831B0D-AD6B-4F61-B8D1-9BB5C8D8CE98}" dt="2025-04-02T13:28:04.433" v="1403" actId="1076"/>
          <ac:spMkLst>
            <pc:docMk/>
            <pc:sldMk cId="3813244742" sldId="257"/>
            <ac:spMk id="477" creationId="{88532311-E31E-5D7D-A2C5-41858D300A49}"/>
          </ac:spMkLst>
        </pc:spChg>
        <pc:spChg chg="add mod">
          <ac:chgData name="Tonisha Jeffers" userId="047621a9-cd6e-4f5d-8866-102677a2830c" providerId="ADAL" clId="{1A831B0D-AD6B-4F61-B8D1-9BB5C8D8CE98}" dt="2025-04-02T13:30:23.040" v="1433" actId="1076"/>
          <ac:spMkLst>
            <pc:docMk/>
            <pc:sldMk cId="3813244742" sldId="257"/>
            <ac:spMk id="489" creationId="{20598449-10F3-4306-4427-A91A1672EAE8}"/>
          </ac:spMkLst>
        </pc:spChg>
        <pc:spChg chg="add mod">
          <ac:chgData name="Tonisha Jeffers" userId="047621a9-cd6e-4f5d-8866-102677a2830c" providerId="ADAL" clId="{1A831B0D-AD6B-4F61-B8D1-9BB5C8D8CE98}" dt="2025-04-02T13:36:28.622" v="1482" actId="1076"/>
          <ac:spMkLst>
            <pc:docMk/>
            <pc:sldMk cId="3813244742" sldId="257"/>
            <ac:spMk id="491" creationId="{0DF4C20F-9DA7-099C-83E8-D3C52900D6A3}"/>
          </ac:spMkLst>
        </pc:spChg>
        <pc:spChg chg="add mod">
          <ac:chgData name="Tonisha Jeffers" userId="047621a9-cd6e-4f5d-8866-102677a2830c" providerId="ADAL" clId="{1A831B0D-AD6B-4F61-B8D1-9BB5C8D8CE98}" dt="2025-04-02T13:39:35.662" v="1501" actId="1076"/>
          <ac:spMkLst>
            <pc:docMk/>
            <pc:sldMk cId="3813244742" sldId="257"/>
            <ac:spMk id="493" creationId="{E31B2173-9246-65B0-800E-1CF966E04B4E}"/>
          </ac:spMkLst>
        </pc:spChg>
        <pc:spChg chg="add mod">
          <ac:chgData name="Tonisha Jeffers" userId="047621a9-cd6e-4f5d-8866-102677a2830c" providerId="ADAL" clId="{1A831B0D-AD6B-4F61-B8D1-9BB5C8D8CE98}" dt="2025-04-02T13:33:14.378" v="1455" actId="1076"/>
          <ac:spMkLst>
            <pc:docMk/>
            <pc:sldMk cId="3813244742" sldId="257"/>
            <ac:spMk id="506" creationId="{0367E19C-74BD-7D8F-7695-8A7ADD7FAC7B}"/>
          </ac:spMkLst>
        </pc:spChg>
        <pc:spChg chg="add mod">
          <ac:chgData name="Tonisha Jeffers" userId="047621a9-cd6e-4f5d-8866-102677a2830c" providerId="ADAL" clId="{1A831B0D-AD6B-4F61-B8D1-9BB5C8D8CE98}" dt="2025-04-02T13:39:32.909" v="1500" actId="1076"/>
          <ac:spMkLst>
            <pc:docMk/>
            <pc:sldMk cId="3813244742" sldId="257"/>
            <ac:spMk id="508" creationId="{E707D45C-D125-43DB-8EC5-1B3E6457341F}"/>
          </ac:spMkLst>
        </pc:spChg>
        <pc:spChg chg="add mod">
          <ac:chgData name="Tonisha Jeffers" userId="047621a9-cd6e-4f5d-8866-102677a2830c" providerId="ADAL" clId="{1A831B0D-AD6B-4F61-B8D1-9BB5C8D8CE98}" dt="2025-04-02T13:36:25.659" v="1481" actId="1076"/>
          <ac:spMkLst>
            <pc:docMk/>
            <pc:sldMk cId="3813244742" sldId="257"/>
            <ac:spMk id="510" creationId="{8940413C-7061-8A80-646F-9D3F21373338}"/>
          </ac:spMkLst>
        </pc:spChg>
        <pc:spChg chg="add mod">
          <ac:chgData name="Tonisha Jeffers" userId="047621a9-cd6e-4f5d-8866-102677a2830c" providerId="ADAL" clId="{1A831B0D-AD6B-4F61-B8D1-9BB5C8D8CE98}" dt="2025-04-02T13:40:48.213" v="1517" actId="1076"/>
          <ac:spMkLst>
            <pc:docMk/>
            <pc:sldMk cId="3813244742" sldId="257"/>
            <ac:spMk id="528" creationId="{5F7B6C84-BC3E-9E34-D7E1-4EB84E9FA10F}"/>
          </ac:spMkLst>
        </pc:spChg>
        <pc:spChg chg="add mod">
          <ac:chgData name="Tonisha Jeffers" userId="047621a9-cd6e-4f5d-8866-102677a2830c" providerId="ADAL" clId="{1A831B0D-AD6B-4F61-B8D1-9BB5C8D8CE98}" dt="2025-04-02T13:42:36.290" v="1525" actId="1076"/>
          <ac:spMkLst>
            <pc:docMk/>
            <pc:sldMk cId="3813244742" sldId="257"/>
            <ac:spMk id="530" creationId="{87FBFBBF-A7A9-9330-9799-B0392D45E667}"/>
          </ac:spMkLst>
        </pc:spChg>
        <pc:spChg chg="add mod">
          <ac:chgData name="Tonisha Jeffers" userId="047621a9-cd6e-4f5d-8866-102677a2830c" providerId="ADAL" clId="{1A831B0D-AD6B-4F61-B8D1-9BB5C8D8CE98}" dt="2025-04-02T13:52:10.966" v="1600" actId="1076"/>
          <ac:spMkLst>
            <pc:docMk/>
            <pc:sldMk cId="3813244742" sldId="257"/>
            <ac:spMk id="533" creationId="{9AC6EB67-26F3-4388-4737-55DC6B8B3C37}"/>
          </ac:spMkLst>
        </pc:spChg>
        <pc:spChg chg="add mod">
          <ac:chgData name="Tonisha Jeffers" userId="047621a9-cd6e-4f5d-8866-102677a2830c" providerId="ADAL" clId="{1A831B0D-AD6B-4F61-B8D1-9BB5C8D8CE98}" dt="2025-04-02T13:52:21.131" v="1603" actId="1076"/>
          <ac:spMkLst>
            <pc:docMk/>
            <pc:sldMk cId="3813244742" sldId="257"/>
            <ac:spMk id="535" creationId="{461421CC-E0D1-B533-5E58-6ECACA4B4615}"/>
          </ac:spMkLst>
        </pc:spChg>
        <pc:spChg chg="add mod">
          <ac:chgData name="Tonisha Jeffers" userId="047621a9-cd6e-4f5d-8866-102677a2830c" providerId="ADAL" clId="{1A831B0D-AD6B-4F61-B8D1-9BB5C8D8CE98}" dt="2025-04-02T13:48:20.122" v="1567" actId="1076"/>
          <ac:spMkLst>
            <pc:docMk/>
            <pc:sldMk cId="3813244742" sldId="257"/>
            <ac:spMk id="537" creationId="{F4919583-3B1C-983F-0FBD-5B7CF9CF6BC1}"/>
          </ac:spMkLst>
        </pc:spChg>
        <pc:spChg chg="add mod">
          <ac:chgData name="Tonisha Jeffers" userId="047621a9-cd6e-4f5d-8866-102677a2830c" providerId="ADAL" clId="{1A831B0D-AD6B-4F61-B8D1-9BB5C8D8CE98}" dt="2025-04-02T13:52:14.640" v="1601" actId="1076"/>
          <ac:spMkLst>
            <pc:docMk/>
            <pc:sldMk cId="3813244742" sldId="257"/>
            <ac:spMk id="545" creationId="{C2C8D371-4B75-5C11-D893-FC4726195058}"/>
          </ac:spMkLst>
        </pc:spChg>
        <pc:spChg chg="add del mod">
          <ac:chgData name="Tonisha Jeffers" userId="047621a9-cd6e-4f5d-8866-102677a2830c" providerId="ADAL" clId="{1A831B0D-AD6B-4F61-B8D1-9BB5C8D8CE98}" dt="2025-04-02T13:52:16.375" v="1602" actId="478"/>
          <ac:spMkLst>
            <pc:docMk/>
            <pc:sldMk cId="3813244742" sldId="257"/>
            <ac:spMk id="547" creationId="{1566494E-0911-F808-0CE5-2A5FEEB929D7}"/>
          </ac:spMkLst>
        </pc:spChg>
        <pc:spChg chg="add mod">
          <ac:chgData name="Tonisha Jeffers" userId="047621a9-cd6e-4f5d-8866-102677a2830c" providerId="ADAL" clId="{1A831B0D-AD6B-4F61-B8D1-9BB5C8D8CE98}" dt="2025-04-02T13:50:24.374" v="1586" actId="1076"/>
          <ac:spMkLst>
            <pc:docMk/>
            <pc:sldMk cId="3813244742" sldId="257"/>
            <ac:spMk id="549" creationId="{914AD0D1-9196-50F0-D449-B4A58EF44362}"/>
          </ac:spMkLst>
        </pc:spChg>
        <pc:spChg chg="add mod">
          <ac:chgData name="Tonisha Jeffers" userId="047621a9-cd6e-4f5d-8866-102677a2830c" providerId="ADAL" clId="{1A831B0D-AD6B-4F61-B8D1-9BB5C8D8CE98}" dt="2025-04-02T13:54:13.462" v="1617" actId="1076"/>
          <ac:spMkLst>
            <pc:docMk/>
            <pc:sldMk cId="3813244742" sldId="257"/>
            <ac:spMk id="555" creationId="{FE57DBCB-1BAC-EE83-7648-09BD50372CC8}"/>
          </ac:spMkLst>
        </pc:spChg>
        <pc:spChg chg="add mod">
          <ac:chgData name="Tonisha Jeffers" userId="047621a9-cd6e-4f5d-8866-102677a2830c" providerId="ADAL" clId="{1A831B0D-AD6B-4F61-B8D1-9BB5C8D8CE98}" dt="2025-04-02T13:58:14.583" v="1658" actId="1076"/>
          <ac:spMkLst>
            <pc:docMk/>
            <pc:sldMk cId="3813244742" sldId="257"/>
            <ac:spMk id="569" creationId="{250E0818-FA66-31FF-DAF9-5995B6CAD73A}"/>
          </ac:spMkLst>
        </pc:spChg>
        <pc:spChg chg="add mod">
          <ac:chgData name="Tonisha Jeffers" userId="047621a9-cd6e-4f5d-8866-102677a2830c" providerId="ADAL" clId="{1A831B0D-AD6B-4F61-B8D1-9BB5C8D8CE98}" dt="2025-04-02T13:58:43.735" v="1665" actId="1076"/>
          <ac:spMkLst>
            <pc:docMk/>
            <pc:sldMk cId="3813244742" sldId="257"/>
            <ac:spMk id="571" creationId="{1A8FD9BA-8348-A45C-D863-B2586B9AC547}"/>
          </ac:spMkLst>
        </pc:spChg>
        <pc:spChg chg="add mod">
          <ac:chgData name="Tonisha Jeffers" userId="047621a9-cd6e-4f5d-8866-102677a2830c" providerId="ADAL" clId="{1A831B0D-AD6B-4F61-B8D1-9BB5C8D8CE98}" dt="2025-04-02T13:58:47.663" v="1666" actId="1076"/>
          <ac:spMkLst>
            <pc:docMk/>
            <pc:sldMk cId="3813244742" sldId="257"/>
            <ac:spMk id="574" creationId="{0E0DA0F1-6BEE-5CB1-31AC-4FCEC2E87A02}"/>
          </ac:spMkLst>
        </pc:spChg>
        <pc:spChg chg="add mod">
          <ac:chgData name="Tonisha Jeffers" userId="047621a9-cd6e-4f5d-8866-102677a2830c" providerId="ADAL" clId="{1A831B0D-AD6B-4F61-B8D1-9BB5C8D8CE98}" dt="2025-04-02T13:58:11.909" v="1657" actId="1076"/>
          <ac:spMkLst>
            <pc:docMk/>
            <pc:sldMk cId="3813244742" sldId="257"/>
            <ac:spMk id="576" creationId="{A25CEAB7-381F-2799-CB34-D04AC1514B40}"/>
          </ac:spMkLst>
        </pc:spChg>
        <pc:spChg chg="add mod">
          <ac:chgData name="Tonisha Jeffers" userId="047621a9-cd6e-4f5d-8866-102677a2830c" providerId="ADAL" clId="{1A831B0D-AD6B-4F61-B8D1-9BB5C8D8CE98}" dt="2025-04-02T14:07:38.947" v="1732" actId="1076"/>
          <ac:spMkLst>
            <pc:docMk/>
            <pc:sldMk cId="3813244742" sldId="257"/>
            <ac:spMk id="586" creationId="{0E7D1AB4-9D73-FC78-B5A0-4A9EB4568DBF}"/>
          </ac:spMkLst>
        </pc:spChg>
        <pc:spChg chg="add mod">
          <ac:chgData name="Tonisha Jeffers" userId="047621a9-cd6e-4f5d-8866-102677a2830c" providerId="ADAL" clId="{1A831B0D-AD6B-4F61-B8D1-9BB5C8D8CE98}" dt="2025-04-02T14:06:36.473" v="1717" actId="1076"/>
          <ac:spMkLst>
            <pc:docMk/>
            <pc:sldMk cId="3813244742" sldId="257"/>
            <ac:spMk id="588" creationId="{5B9D257F-9F34-C27E-AA76-4F7B646B1D1E}"/>
          </ac:spMkLst>
        </pc:spChg>
        <pc:spChg chg="add mod">
          <ac:chgData name="Tonisha Jeffers" userId="047621a9-cd6e-4f5d-8866-102677a2830c" providerId="ADAL" clId="{1A831B0D-AD6B-4F61-B8D1-9BB5C8D8CE98}" dt="2025-04-02T14:07:09.233" v="1724" actId="1076"/>
          <ac:spMkLst>
            <pc:docMk/>
            <pc:sldMk cId="3813244742" sldId="257"/>
            <ac:spMk id="591" creationId="{B868CC21-6C2F-9D3B-7943-1EE760D02B9A}"/>
          </ac:spMkLst>
        </pc:spChg>
        <pc:spChg chg="add mod">
          <ac:chgData name="Tonisha Jeffers" userId="047621a9-cd6e-4f5d-8866-102677a2830c" providerId="ADAL" clId="{1A831B0D-AD6B-4F61-B8D1-9BB5C8D8CE98}" dt="2025-04-02T14:06:33.934" v="1716" actId="1076"/>
          <ac:spMkLst>
            <pc:docMk/>
            <pc:sldMk cId="3813244742" sldId="257"/>
            <ac:spMk id="593" creationId="{87A291E5-D387-4FD1-09F7-FA52E26876D5}"/>
          </ac:spMkLst>
        </pc:spChg>
        <pc:spChg chg="add mod">
          <ac:chgData name="Tonisha Jeffers" userId="047621a9-cd6e-4f5d-8866-102677a2830c" providerId="ADAL" clId="{1A831B0D-AD6B-4F61-B8D1-9BB5C8D8CE98}" dt="2025-04-02T14:07:05.912" v="1723" actId="1076"/>
          <ac:spMkLst>
            <pc:docMk/>
            <pc:sldMk cId="3813244742" sldId="257"/>
            <ac:spMk id="595" creationId="{2F44EA3B-571D-8416-9B51-9908097761DA}"/>
          </ac:spMkLst>
        </pc:spChg>
        <pc:spChg chg="add mod">
          <ac:chgData name="Tonisha Jeffers" userId="047621a9-cd6e-4f5d-8866-102677a2830c" providerId="ADAL" clId="{1A831B0D-AD6B-4F61-B8D1-9BB5C8D8CE98}" dt="2025-04-02T14:07:36.304" v="1731" actId="1076"/>
          <ac:spMkLst>
            <pc:docMk/>
            <pc:sldMk cId="3813244742" sldId="257"/>
            <ac:spMk id="597" creationId="{5C5FF720-8897-B2E9-200C-96BA28EBB7B2}"/>
          </ac:spMkLst>
        </pc:spChg>
        <pc:spChg chg="add mod">
          <ac:chgData name="Tonisha Jeffers" userId="047621a9-cd6e-4f5d-8866-102677a2830c" providerId="ADAL" clId="{1A831B0D-AD6B-4F61-B8D1-9BB5C8D8CE98}" dt="2025-04-02T14:11:52.223" v="1752" actId="1076"/>
          <ac:spMkLst>
            <pc:docMk/>
            <pc:sldMk cId="3813244742" sldId="257"/>
            <ac:spMk id="607" creationId="{6EDC6A82-F4C1-724D-7FB6-D07D9197CB73}"/>
          </ac:spMkLst>
        </pc:spChg>
        <pc:spChg chg="add mod">
          <ac:chgData name="Tonisha Jeffers" userId="047621a9-cd6e-4f5d-8866-102677a2830c" providerId="ADAL" clId="{1A831B0D-AD6B-4F61-B8D1-9BB5C8D8CE98}" dt="2025-04-02T14:12:16.840" v="1758" actId="1076"/>
          <ac:spMkLst>
            <pc:docMk/>
            <pc:sldMk cId="3813244742" sldId="257"/>
            <ac:spMk id="610" creationId="{FB753A7C-67FC-889E-A56F-7053C5CE86D0}"/>
          </ac:spMkLst>
        </pc:spChg>
        <pc:spChg chg="add mod">
          <ac:chgData name="Tonisha Jeffers" userId="047621a9-cd6e-4f5d-8866-102677a2830c" providerId="ADAL" clId="{1A831B0D-AD6B-4F61-B8D1-9BB5C8D8CE98}" dt="2025-04-02T14:14:44.307" v="1786" actId="1076"/>
          <ac:spMkLst>
            <pc:docMk/>
            <pc:sldMk cId="3813244742" sldId="257"/>
            <ac:spMk id="613" creationId="{D311A507-9B67-37D6-1439-C67B2D127477}"/>
          </ac:spMkLst>
        </pc:spChg>
        <pc:spChg chg="add mod">
          <ac:chgData name="Tonisha Jeffers" userId="047621a9-cd6e-4f5d-8866-102677a2830c" providerId="ADAL" clId="{1A831B0D-AD6B-4F61-B8D1-9BB5C8D8CE98}" dt="2025-04-02T14:15:09.134" v="1795" actId="1076"/>
          <ac:spMkLst>
            <pc:docMk/>
            <pc:sldMk cId="3813244742" sldId="257"/>
            <ac:spMk id="618" creationId="{DD684155-7BA8-8659-23E8-5ECF50AEF7C3}"/>
          </ac:spMkLst>
        </pc:spChg>
        <pc:spChg chg="add mod">
          <ac:chgData name="Tonisha Jeffers" userId="047621a9-cd6e-4f5d-8866-102677a2830c" providerId="ADAL" clId="{1A831B0D-AD6B-4F61-B8D1-9BB5C8D8CE98}" dt="2025-04-02T14:14:42.051" v="1785" actId="1076"/>
          <ac:spMkLst>
            <pc:docMk/>
            <pc:sldMk cId="3813244742" sldId="257"/>
            <ac:spMk id="620" creationId="{03567719-E74A-B576-5095-13159E5B655A}"/>
          </ac:spMkLst>
        </pc:spChg>
        <pc:spChg chg="add mod">
          <ac:chgData name="Tonisha Jeffers" userId="047621a9-cd6e-4f5d-8866-102677a2830c" providerId="ADAL" clId="{1A831B0D-AD6B-4F61-B8D1-9BB5C8D8CE98}" dt="2025-04-02T14:15:06.608" v="1794" actId="1076"/>
          <ac:spMkLst>
            <pc:docMk/>
            <pc:sldMk cId="3813244742" sldId="257"/>
            <ac:spMk id="622" creationId="{23E41678-1941-171A-2CDB-5CFD08EE1806}"/>
          </ac:spMkLst>
        </pc:spChg>
        <pc:picChg chg="add mod">
          <ac:chgData name="Tonisha Jeffers" userId="047621a9-cd6e-4f5d-8866-102677a2830c" providerId="ADAL" clId="{1A831B0D-AD6B-4F61-B8D1-9BB5C8D8CE98}" dt="2025-04-01T13:05:05.697" v="436" actId="1076"/>
          <ac:picMkLst>
            <pc:docMk/>
            <pc:sldMk cId="3813244742" sldId="257"/>
            <ac:picMk id="2" creationId="{3BCF3932-0F91-D6A1-642B-4588E30755E3}"/>
          </ac:picMkLst>
        </pc:picChg>
        <pc:picChg chg="add del mod">
          <ac:chgData name="Tonisha Jeffers" userId="047621a9-cd6e-4f5d-8866-102677a2830c" providerId="ADAL" clId="{1A831B0D-AD6B-4F61-B8D1-9BB5C8D8CE98}" dt="2025-04-01T12:51:06.271" v="334" actId="478"/>
          <ac:picMkLst>
            <pc:docMk/>
            <pc:sldMk cId="3813244742" sldId="257"/>
            <ac:picMk id="3" creationId="{D3717E1F-859A-5069-A807-336F4A89C8FB}"/>
          </ac:picMkLst>
        </pc:picChg>
        <pc:picChg chg="add del mod">
          <ac:chgData name="Tonisha Jeffers" userId="047621a9-cd6e-4f5d-8866-102677a2830c" providerId="ADAL" clId="{1A831B0D-AD6B-4F61-B8D1-9BB5C8D8CE98}" dt="2025-04-01T12:52:58.887" v="354" actId="478"/>
          <ac:picMkLst>
            <pc:docMk/>
            <pc:sldMk cId="3813244742" sldId="257"/>
            <ac:picMk id="4" creationId="{7FECF0CF-5238-1339-F736-841E514B387F}"/>
          </ac:picMkLst>
        </pc:picChg>
        <pc:picChg chg="add del mod">
          <ac:chgData name="Tonisha Jeffers" userId="047621a9-cd6e-4f5d-8866-102677a2830c" providerId="ADAL" clId="{1A831B0D-AD6B-4F61-B8D1-9BB5C8D8CE98}" dt="2025-04-01T12:53:45.397" v="363" actId="478"/>
          <ac:picMkLst>
            <pc:docMk/>
            <pc:sldMk cId="3813244742" sldId="257"/>
            <ac:picMk id="17" creationId="{CF4CD3BE-B77F-3B14-D1CF-4C82EF4DCEFF}"/>
          </ac:picMkLst>
        </pc:picChg>
        <pc:picChg chg="add del mod">
          <ac:chgData name="Tonisha Jeffers" userId="047621a9-cd6e-4f5d-8866-102677a2830c" providerId="ADAL" clId="{1A831B0D-AD6B-4F61-B8D1-9BB5C8D8CE98}" dt="2025-04-01T12:51:45.138" v="345" actId="478"/>
          <ac:picMkLst>
            <pc:docMk/>
            <pc:sldMk cId="3813244742" sldId="257"/>
            <ac:picMk id="18" creationId="{B0703641-16B8-F668-65EA-BCADF9E97DD4}"/>
          </ac:picMkLst>
        </pc:picChg>
        <pc:picChg chg="add del mod">
          <ac:chgData name="Tonisha Jeffers" userId="047621a9-cd6e-4f5d-8866-102677a2830c" providerId="ADAL" clId="{1A831B0D-AD6B-4F61-B8D1-9BB5C8D8CE98}" dt="2025-04-01T12:51:26.942" v="341" actId="478"/>
          <ac:picMkLst>
            <pc:docMk/>
            <pc:sldMk cId="3813244742" sldId="257"/>
            <ac:picMk id="19" creationId="{F8D00356-E4C1-75ED-B152-1120A728DD3E}"/>
          </ac:picMkLst>
        </pc:picChg>
        <pc:picChg chg="add del mod">
          <ac:chgData name="Tonisha Jeffers" userId="047621a9-cd6e-4f5d-8866-102677a2830c" providerId="ADAL" clId="{1A831B0D-AD6B-4F61-B8D1-9BB5C8D8CE98}" dt="2025-04-01T12:51:16.713" v="337" actId="478"/>
          <ac:picMkLst>
            <pc:docMk/>
            <pc:sldMk cId="3813244742" sldId="257"/>
            <ac:picMk id="20" creationId="{70375800-41DA-D351-F382-FBCB2B415F64}"/>
          </ac:picMkLst>
        </pc:picChg>
        <pc:picChg chg="add del mod">
          <ac:chgData name="Tonisha Jeffers" userId="047621a9-cd6e-4f5d-8866-102677a2830c" providerId="ADAL" clId="{1A831B0D-AD6B-4F61-B8D1-9BB5C8D8CE98}" dt="2025-04-01T12:48:40.993" v="331" actId="478"/>
          <ac:picMkLst>
            <pc:docMk/>
            <pc:sldMk cId="3813244742" sldId="257"/>
            <ac:picMk id="73" creationId="{8E3F6C35-0DDC-974D-2D12-0DE6B29C117E}"/>
          </ac:picMkLst>
        </pc:picChg>
        <pc:picChg chg="add del mod">
          <ac:chgData name="Tonisha Jeffers" userId="047621a9-cd6e-4f5d-8866-102677a2830c" providerId="ADAL" clId="{1A831B0D-AD6B-4F61-B8D1-9BB5C8D8CE98}" dt="2025-04-01T12:50:23.345" v="333" actId="478"/>
          <ac:picMkLst>
            <pc:docMk/>
            <pc:sldMk cId="3813244742" sldId="257"/>
            <ac:picMk id="74" creationId="{6AE2A586-7519-368E-9267-CC8D58CC0D3C}"/>
          </ac:picMkLst>
        </pc:picChg>
        <pc:picChg chg="add mod">
          <ac:chgData name="Tonisha Jeffers" userId="047621a9-cd6e-4f5d-8866-102677a2830c" providerId="ADAL" clId="{1A831B0D-AD6B-4F61-B8D1-9BB5C8D8CE98}" dt="2025-04-01T13:11:41.984" v="485" actId="1076"/>
          <ac:picMkLst>
            <pc:docMk/>
            <pc:sldMk cId="3813244742" sldId="257"/>
            <ac:picMk id="75" creationId="{565864BC-F8AC-4E92-2D42-70D2D2CA8570}"/>
          </ac:picMkLst>
        </pc:picChg>
        <pc:picChg chg="add mod">
          <ac:chgData name="Tonisha Jeffers" userId="047621a9-cd6e-4f5d-8866-102677a2830c" providerId="ADAL" clId="{1A831B0D-AD6B-4F61-B8D1-9BB5C8D8CE98}" dt="2025-04-01T12:51:25.058" v="340" actId="1076"/>
          <ac:picMkLst>
            <pc:docMk/>
            <pc:sldMk cId="3813244742" sldId="257"/>
            <ac:picMk id="76" creationId="{6C3954CB-B23E-06EC-A166-04CB0AE844A5}"/>
          </ac:picMkLst>
        </pc:picChg>
        <pc:picChg chg="add mod">
          <ac:chgData name="Tonisha Jeffers" userId="047621a9-cd6e-4f5d-8866-102677a2830c" providerId="ADAL" clId="{1A831B0D-AD6B-4F61-B8D1-9BB5C8D8CE98}" dt="2025-04-01T12:51:32.938" v="343" actId="1076"/>
          <ac:picMkLst>
            <pc:docMk/>
            <pc:sldMk cId="3813244742" sldId="257"/>
            <ac:picMk id="77" creationId="{740B770B-453A-FA05-EB99-13B42E566851}"/>
          </ac:picMkLst>
        </pc:picChg>
        <pc:picChg chg="add mod">
          <ac:chgData name="Tonisha Jeffers" userId="047621a9-cd6e-4f5d-8866-102677a2830c" providerId="ADAL" clId="{1A831B0D-AD6B-4F61-B8D1-9BB5C8D8CE98}" dt="2025-04-01T12:51:51.464" v="347" actId="1076"/>
          <ac:picMkLst>
            <pc:docMk/>
            <pc:sldMk cId="3813244742" sldId="257"/>
            <ac:picMk id="79" creationId="{8A672E37-1E5B-6F4B-801C-9960C8C79345}"/>
          </ac:picMkLst>
        </pc:picChg>
        <pc:picChg chg="add mod">
          <ac:chgData name="Tonisha Jeffers" userId="047621a9-cd6e-4f5d-8866-102677a2830c" providerId="ADAL" clId="{1A831B0D-AD6B-4F61-B8D1-9BB5C8D8CE98}" dt="2025-04-01T16:32:55.234" v="1065" actId="1076"/>
          <ac:picMkLst>
            <pc:docMk/>
            <pc:sldMk cId="3813244742" sldId="257"/>
            <ac:picMk id="81" creationId="{C77F6534-25B0-C4CF-BDF9-058999520E38}"/>
          </ac:picMkLst>
        </pc:picChg>
        <pc:picChg chg="add mod">
          <ac:chgData name="Tonisha Jeffers" userId="047621a9-cd6e-4f5d-8866-102677a2830c" providerId="ADAL" clId="{1A831B0D-AD6B-4F61-B8D1-9BB5C8D8CE98}" dt="2025-04-01T16:43:28.169" v="1175" actId="1076"/>
          <ac:picMkLst>
            <pc:docMk/>
            <pc:sldMk cId="3813244742" sldId="257"/>
            <ac:picMk id="86" creationId="{EC1DA79A-CA93-6353-B831-7A7F9201CA49}"/>
          </ac:picMkLst>
        </pc:picChg>
        <pc:picChg chg="add mod">
          <ac:chgData name="Tonisha Jeffers" userId="047621a9-cd6e-4f5d-8866-102677a2830c" providerId="ADAL" clId="{1A831B0D-AD6B-4F61-B8D1-9BB5C8D8CE98}" dt="2025-04-01T16:39:05.053" v="1129" actId="1076"/>
          <ac:picMkLst>
            <pc:docMk/>
            <pc:sldMk cId="3813244742" sldId="257"/>
            <ac:picMk id="87" creationId="{6B677C7E-C2A9-4B7B-5C8F-151EFF7F0519}"/>
          </ac:picMkLst>
        </pc:picChg>
        <pc:picChg chg="add mod">
          <ac:chgData name="Tonisha Jeffers" userId="047621a9-cd6e-4f5d-8866-102677a2830c" providerId="ADAL" clId="{1A831B0D-AD6B-4F61-B8D1-9BB5C8D8CE98}" dt="2025-04-02T13:26:38.460" v="1391" actId="1076"/>
          <ac:picMkLst>
            <pc:docMk/>
            <pc:sldMk cId="3813244742" sldId="257"/>
            <ac:picMk id="88" creationId="{36A693B7-AAAC-63FE-1D2C-382EC050C535}"/>
          </ac:picMkLst>
        </pc:picChg>
        <pc:picChg chg="add mod">
          <ac:chgData name="Tonisha Jeffers" userId="047621a9-cd6e-4f5d-8866-102677a2830c" providerId="ADAL" clId="{1A831B0D-AD6B-4F61-B8D1-9BB5C8D8CE98}" dt="2025-04-02T13:52:48.830" v="1607" actId="1076"/>
          <ac:picMkLst>
            <pc:docMk/>
            <pc:sldMk cId="3813244742" sldId="257"/>
            <ac:picMk id="118" creationId="{34CA1632-C3F0-0D83-8327-01770609A788}"/>
          </ac:picMkLst>
        </pc:picChg>
        <pc:picChg chg="add mod">
          <ac:chgData name="Tonisha Jeffers" userId="047621a9-cd6e-4f5d-8866-102677a2830c" providerId="ADAL" clId="{1A831B0D-AD6B-4F61-B8D1-9BB5C8D8CE98}" dt="2025-04-01T13:12:05.572" v="489" actId="1076"/>
          <ac:picMkLst>
            <pc:docMk/>
            <pc:sldMk cId="3813244742" sldId="257"/>
            <ac:picMk id="119" creationId="{D6F3E55B-0EBC-7316-3993-32277D4DBC9A}"/>
          </ac:picMkLst>
        </pc:picChg>
        <pc:picChg chg="add mod">
          <ac:chgData name="Tonisha Jeffers" userId="047621a9-cd6e-4f5d-8866-102677a2830c" providerId="ADAL" clId="{1A831B0D-AD6B-4F61-B8D1-9BB5C8D8CE98}" dt="2025-04-01T15:19:07.940" v="757" actId="1076"/>
          <ac:picMkLst>
            <pc:docMk/>
            <pc:sldMk cId="3813244742" sldId="257"/>
            <ac:picMk id="120" creationId="{40237EE9-7E8D-C0B6-7C6F-9AA6AEEDA1D5}"/>
          </ac:picMkLst>
        </pc:picChg>
        <pc:picChg chg="add mod">
          <ac:chgData name="Tonisha Jeffers" userId="047621a9-cd6e-4f5d-8866-102677a2830c" providerId="ADAL" clId="{1A831B0D-AD6B-4F61-B8D1-9BB5C8D8CE98}" dt="2025-04-01T14:39:42.452" v="564" actId="1076"/>
          <ac:picMkLst>
            <pc:docMk/>
            <pc:sldMk cId="3813244742" sldId="257"/>
            <ac:picMk id="147" creationId="{E5914750-6BD6-26F6-E204-4D2034DBD991}"/>
          </ac:picMkLst>
        </pc:picChg>
        <pc:picChg chg="add mod">
          <ac:chgData name="Tonisha Jeffers" userId="047621a9-cd6e-4f5d-8866-102677a2830c" providerId="ADAL" clId="{1A831B0D-AD6B-4F61-B8D1-9BB5C8D8CE98}" dt="2025-04-01T14:39:37.258" v="563" actId="1076"/>
          <ac:picMkLst>
            <pc:docMk/>
            <pc:sldMk cId="3813244742" sldId="257"/>
            <ac:picMk id="148" creationId="{0492121E-9086-6D7C-C584-30E7EE5A75EB}"/>
          </ac:picMkLst>
        </pc:picChg>
        <pc:picChg chg="add mod">
          <ac:chgData name="Tonisha Jeffers" userId="047621a9-cd6e-4f5d-8866-102677a2830c" providerId="ADAL" clId="{1A831B0D-AD6B-4F61-B8D1-9BB5C8D8CE98}" dt="2025-04-01T14:39:31.654" v="562" actId="1076"/>
          <ac:picMkLst>
            <pc:docMk/>
            <pc:sldMk cId="3813244742" sldId="257"/>
            <ac:picMk id="149" creationId="{521289CF-0A6C-CC0C-A1D0-0A201F394F80}"/>
          </ac:picMkLst>
        </pc:picChg>
        <pc:picChg chg="add mod">
          <ac:chgData name="Tonisha Jeffers" userId="047621a9-cd6e-4f5d-8866-102677a2830c" providerId="ADAL" clId="{1A831B0D-AD6B-4F61-B8D1-9BB5C8D8CE98}" dt="2025-04-01T15:22:15.794" v="780" actId="1076"/>
          <ac:picMkLst>
            <pc:docMk/>
            <pc:sldMk cId="3813244742" sldId="257"/>
            <ac:picMk id="150" creationId="{6C603CE6-085D-4E4C-8C3C-D8DAD6C22296}"/>
          </ac:picMkLst>
        </pc:picChg>
        <pc:picChg chg="add mod">
          <ac:chgData name="Tonisha Jeffers" userId="047621a9-cd6e-4f5d-8866-102677a2830c" providerId="ADAL" clId="{1A831B0D-AD6B-4F61-B8D1-9BB5C8D8CE98}" dt="2025-04-02T13:52:47.086" v="1606" actId="1076"/>
          <ac:picMkLst>
            <pc:docMk/>
            <pc:sldMk cId="3813244742" sldId="257"/>
            <ac:picMk id="151" creationId="{F2FEF3FA-3D03-25B7-6308-2D72A11490F8}"/>
          </ac:picMkLst>
        </pc:picChg>
        <pc:picChg chg="add del mod">
          <ac:chgData name="Tonisha Jeffers" userId="047621a9-cd6e-4f5d-8866-102677a2830c" providerId="ADAL" clId="{1A831B0D-AD6B-4F61-B8D1-9BB5C8D8CE98}" dt="2025-04-01T14:50:00.616" v="650" actId="478"/>
          <ac:picMkLst>
            <pc:docMk/>
            <pc:sldMk cId="3813244742" sldId="257"/>
            <ac:picMk id="174" creationId="{BBA211E2-C308-B207-14DE-48A49A453E5E}"/>
          </ac:picMkLst>
        </pc:picChg>
        <pc:picChg chg="add mod">
          <ac:chgData name="Tonisha Jeffers" userId="047621a9-cd6e-4f5d-8866-102677a2830c" providerId="ADAL" clId="{1A831B0D-AD6B-4F61-B8D1-9BB5C8D8CE98}" dt="2025-04-01T14:40:19.342" v="569" actId="1076"/>
          <ac:picMkLst>
            <pc:docMk/>
            <pc:sldMk cId="3813244742" sldId="257"/>
            <ac:picMk id="175" creationId="{95303658-BE1D-4104-B65C-0AF3F1326CF7}"/>
          </ac:picMkLst>
        </pc:picChg>
        <pc:picChg chg="add mod">
          <ac:chgData name="Tonisha Jeffers" userId="047621a9-cd6e-4f5d-8866-102677a2830c" providerId="ADAL" clId="{1A831B0D-AD6B-4F61-B8D1-9BB5C8D8CE98}" dt="2025-04-01T14:40:12.936" v="568" actId="1076"/>
          <ac:picMkLst>
            <pc:docMk/>
            <pc:sldMk cId="3813244742" sldId="257"/>
            <ac:picMk id="176" creationId="{63420B85-1CCE-F647-FD18-9D95EC5D96B4}"/>
          </ac:picMkLst>
        </pc:picChg>
        <pc:picChg chg="add mod">
          <ac:chgData name="Tonisha Jeffers" userId="047621a9-cd6e-4f5d-8866-102677a2830c" providerId="ADAL" clId="{1A831B0D-AD6B-4F61-B8D1-9BB5C8D8CE98}" dt="2025-04-01T15:04:13.266" v="692" actId="1076"/>
          <ac:picMkLst>
            <pc:docMk/>
            <pc:sldMk cId="3813244742" sldId="257"/>
            <ac:picMk id="215" creationId="{A8A53690-C2DB-7047-C030-5592F1135B4B}"/>
          </ac:picMkLst>
        </pc:picChg>
        <pc:picChg chg="add mod">
          <ac:chgData name="Tonisha Jeffers" userId="047621a9-cd6e-4f5d-8866-102677a2830c" providerId="ADAL" clId="{1A831B0D-AD6B-4F61-B8D1-9BB5C8D8CE98}" dt="2025-04-01T15:04:09.552" v="691" actId="1076"/>
          <ac:picMkLst>
            <pc:docMk/>
            <pc:sldMk cId="3813244742" sldId="257"/>
            <ac:picMk id="216" creationId="{BDEB7BA2-6B48-E45D-DDB0-60F223D97744}"/>
          </ac:picMkLst>
        </pc:picChg>
        <pc:picChg chg="add mod">
          <ac:chgData name="Tonisha Jeffers" userId="047621a9-cd6e-4f5d-8866-102677a2830c" providerId="ADAL" clId="{1A831B0D-AD6B-4F61-B8D1-9BB5C8D8CE98}" dt="2025-04-01T15:04:01.795" v="690" actId="1076"/>
          <ac:picMkLst>
            <pc:docMk/>
            <pc:sldMk cId="3813244742" sldId="257"/>
            <ac:picMk id="217" creationId="{5D87E345-AB18-E6A1-FEBC-0F5B40F6EC0D}"/>
          </ac:picMkLst>
        </pc:picChg>
        <pc:picChg chg="add mod">
          <ac:chgData name="Tonisha Jeffers" userId="047621a9-cd6e-4f5d-8866-102677a2830c" providerId="ADAL" clId="{1A831B0D-AD6B-4F61-B8D1-9BB5C8D8CE98}" dt="2025-04-01T15:03:41.720" v="689" actId="1076"/>
          <ac:picMkLst>
            <pc:docMk/>
            <pc:sldMk cId="3813244742" sldId="257"/>
            <ac:picMk id="218" creationId="{637DB096-FF18-A7A1-7A3D-A2F1DFEDF106}"/>
          </ac:picMkLst>
        </pc:picChg>
        <pc:picChg chg="add mod">
          <ac:chgData name="Tonisha Jeffers" userId="047621a9-cd6e-4f5d-8866-102677a2830c" providerId="ADAL" clId="{1A831B0D-AD6B-4F61-B8D1-9BB5C8D8CE98}" dt="2025-04-01T14:58:05.438" v="666" actId="1076"/>
          <ac:picMkLst>
            <pc:docMk/>
            <pc:sldMk cId="3813244742" sldId="257"/>
            <ac:picMk id="219" creationId="{3D863195-A24E-2FA9-CEBE-F4233C834BE6}"/>
          </ac:picMkLst>
        </pc:picChg>
        <pc:picChg chg="add mod">
          <ac:chgData name="Tonisha Jeffers" userId="047621a9-cd6e-4f5d-8866-102677a2830c" providerId="ADAL" clId="{1A831B0D-AD6B-4F61-B8D1-9BB5C8D8CE98}" dt="2025-04-01T14:58:03.955" v="665" actId="1076"/>
          <ac:picMkLst>
            <pc:docMk/>
            <pc:sldMk cId="3813244742" sldId="257"/>
            <ac:picMk id="220" creationId="{23FA1B54-E1E6-E80C-23F8-F5718807B96C}"/>
          </ac:picMkLst>
        </pc:picChg>
        <pc:picChg chg="add mod">
          <ac:chgData name="Tonisha Jeffers" userId="047621a9-cd6e-4f5d-8866-102677a2830c" providerId="ADAL" clId="{1A831B0D-AD6B-4F61-B8D1-9BB5C8D8CE98}" dt="2025-04-01T15:22:32.796" v="785" actId="1076"/>
          <ac:picMkLst>
            <pc:docMk/>
            <pc:sldMk cId="3813244742" sldId="257"/>
            <ac:picMk id="267" creationId="{BE3E43C0-39CC-FDE5-A909-6BBC27754B04}"/>
          </ac:picMkLst>
        </pc:picChg>
        <pc:picChg chg="add mod">
          <ac:chgData name="Tonisha Jeffers" userId="047621a9-cd6e-4f5d-8866-102677a2830c" providerId="ADAL" clId="{1A831B0D-AD6B-4F61-B8D1-9BB5C8D8CE98}" dt="2025-04-01T15:23:04.562" v="791" actId="1076"/>
          <ac:picMkLst>
            <pc:docMk/>
            <pc:sldMk cId="3813244742" sldId="257"/>
            <ac:picMk id="268" creationId="{D70C4AB8-E730-94B5-7B15-F792EDF1CA07}"/>
          </ac:picMkLst>
        </pc:picChg>
        <pc:picChg chg="add mod">
          <ac:chgData name="Tonisha Jeffers" userId="047621a9-cd6e-4f5d-8866-102677a2830c" providerId="ADAL" clId="{1A831B0D-AD6B-4F61-B8D1-9BB5C8D8CE98}" dt="2025-04-01T15:23:59.122" v="805" actId="1076"/>
          <ac:picMkLst>
            <pc:docMk/>
            <pc:sldMk cId="3813244742" sldId="257"/>
            <ac:picMk id="269" creationId="{B21A3E7D-568D-0E5E-AA93-F7D273232A68}"/>
          </ac:picMkLst>
        </pc:picChg>
        <pc:picChg chg="add mod">
          <ac:chgData name="Tonisha Jeffers" userId="047621a9-cd6e-4f5d-8866-102677a2830c" providerId="ADAL" clId="{1A831B0D-AD6B-4F61-B8D1-9BB5C8D8CE98}" dt="2025-04-02T14:18:23.197" v="1813" actId="1076"/>
          <ac:picMkLst>
            <pc:docMk/>
            <pc:sldMk cId="3813244742" sldId="257"/>
            <ac:picMk id="270" creationId="{4FD29E67-E9D4-4DBC-4A04-BFB8E2F185DF}"/>
          </ac:picMkLst>
        </pc:picChg>
        <pc:picChg chg="add del mod">
          <ac:chgData name="Tonisha Jeffers" userId="047621a9-cd6e-4f5d-8866-102677a2830c" providerId="ADAL" clId="{1A831B0D-AD6B-4F61-B8D1-9BB5C8D8CE98}" dt="2025-04-01T16:04:49.298" v="876" actId="478"/>
          <ac:picMkLst>
            <pc:docMk/>
            <pc:sldMk cId="3813244742" sldId="257"/>
            <ac:picMk id="271" creationId="{FC01E5F9-B718-E1D3-D718-9C05D71F5AF8}"/>
          </ac:picMkLst>
        </pc:picChg>
        <pc:picChg chg="add mod">
          <ac:chgData name="Tonisha Jeffers" userId="047621a9-cd6e-4f5d-8866-102677a2830c" providerId="ADAL" clId="{1A831B0D-AD6B-4F61-B8D1-9BB5C8D8CE98}" dt="2025-04-02T14:18:38.538" v="1819" actId="1076"/>
          <ac:picMkLst>
            <pc:docMk/>
            <pc:sldMk cId="3813244742" sldId="257"/>
            <ac:picMk id="272" creationId="{7FAF95FC-5EEC-9430-C2C0-F6BC260214D3}"/>
          </ac:picMkLst>
        </pc:picChg>
        <pc:picChg chg="add mod">
          <ac:chgData name="Tonisha Jeffers" userId="047621a9-cd6e-4f5d-8866-102677a2830c" providerId="ADAL" clId="{1A831B0D-AD6B-4F61-B8D1-9BB5C8D8CE98}" dt="2025-04-01T15:20:17.319" v="763" actId="1076"/>
          <ac:picMkLst>
            <pc:docMk/>
            <pc:sldMk cId="3813244742" sldId="257"/>
            <ac:picMk id="273" creationId="{1936BC3E-5FEF-83C3-F337-728DF1A252B4}"/>
          </ac:picMkLst>
        </pc:picChg>
        <pc:picChg chg="add del mod">
          <ac:chgData name="Tonisha Jeffers" userId="047621a9-cd6e-4f5d-8866-102677a2830c" providerId="ADAL" clId="{1A831B0D-AD6B-4F61-B8D1-9BB5C8D8CE98}" dt="2025-04-01T16:05:51.961" v="879" actId="478"/>
          <ac:picMkLst>
            <pc:docMk/>
            <pc:sldMk cId="3813244742" sldId="257"/>
            <ac:picMk id="322" creationId="{08757AF8-871E-4837-B605-D766E6D57B66}"/>
          </ac:picMkLst>
        </pc:picChg>
        <pc:picChg chg="add del mod">
          <ac:chgData name="Tonisha Jeffers" userId="047621a9-cd6e-4f5d-8866-102677a2830c" providerId="ADAL" clId="{1A831B0D-AD6B-4F61-B8D1-9BB5C8D8CE98}" dt="2025-04-01T16:19:53.112" v="971" actId="478"/>
          <ac:picMkLst>
            <pc:docMk/>
            <pc:sldMk cId="3813244742" sldId="257"/>
            <ac:picMk id="323" creationId="{FF489E68-CCB2-1400-823C-80A9CFA7D07E}"/>
          </ac:picMkLst>
        </pc:picChg>
        <pc:picChg chg="add mod">
          <ac:chgData name="Tonisha Jeffers" userId="047621a9-cd6e-4f5d-8866-102677a2830c" providerId="ADAL" clId="{1A831B0D-AD6B-4F61-B8D1-9BB5C8D8CE98}" dt="2025-04-01T16:18:04.186" v="958" actId="1076"/>
          <ac:picMkLst>
            <pc:docMk/>
            <pc:sldMk cId="3813244742" sldId="257"/>
            <ac:picMk id="324" creationId="{8EF56DA1-EC31-4435-81FB-9C38DCBC99F9}"/>
          </ac:picMkLst>
        </pc:picChg>
        <pc:picChg chg="add mod">
          <ac:chgData name="Tonisha Jeffers" userId="047621a9-cd6e-4f5d-8866-102677a2830c" providerId="ADAL" clId="{1A831B0D-AD6B-4F61-B8D1-9BB5C8D8CE98}" dt="2025-04-01T16:07:44.979" v="888" actId="1076"/>
          <ac:picMkLst>
            <pc:docMk/>
            <pc:sldMk cId="3813244742" sldId="257"/>
            <ac:picMk id="329" creationId="{87A8ADA0-93E4-BAF1-78F7-1F056B582602}"/>
          </ac:picMkLst>
        </pc:picChg>
        <pc:picChg chg="add mod">
          <ac:chgData name="Tonisha Jeffers" userId="047621a9-cd6e-4f5d-8866-102677a2830c" providerId="ADAL" clId="{1A831B0D-AD6B-4F61-B8D1-9BB5C8D8CE98}" dt="2025-04-01T16:08:30.559" v="892" actId="1076"/>
          <ac:picMkLst>
            <pc:docMk/>
            <pc:sldMk cId="3813244742" sldId="257"/>
            <ac:picMk id="333" creationId="{85E08973-5EFC-C89B-60D0-BAB7E3635168}"/>
          </ac:picMkLst>
        </pc:picChg>
        <pc:picChg chg="add mod">
          <ac:chgData name="Tonisha Jeffers" userId="047621a9-cd6e-4f5d-8866-102677a2830c" providerId="ADAL" clId="{1A831B0D-AD6B-4F61-B8D1-9BB5C8D8CE98}" dt="2025-04-01T16:08:36.343" v="894" actId="1076"/>
          <ac:picMkLst>
            <pc:docMk/>
            <pc:sldMk cId="3813244742" sldId="257"/>
            <ac:picMk id="334" creationId="{058D95CA-EAA9-D2D6-E4DE-7097A514194C}"/>
          </ac:picMkLst>
        </pc:picChg>
        <pc:picChg chg="add mod">
          <ac:chgData name="Tonisha Jeffers" userId="047621a9-cd6e-4f5d-8866-102677a2830c" providerId="ADAL" clId="{1A831B0D-AD6B-4F61-B8D1-9BB5C8D8CE98}" dt="2025-04-01T16:13:19.282" v="916" actId="1076"/>
          <ac:picMkLst>
            <pc:docMk/>
            <pc:sldMk cId="3813244742" sldId="257"/>
            <ac:picMk id="345" creationId="{227B98F8-1C31-06A1-CB66-2311C10175AE}"/>
          </ac:picMkLst>
        </pc:picChg>
        <pc:picChg chg="add del mod">
          <ac:chgData name="Tonisha Jeffers" userId="047621a9-cd6e-4f5d-8866-102677a2830c" providerId="ADAL" clId="{1A831B0D-AD6B-4F61-B8D1-9BB5C8D8CE98}" dt="2025-04-01T16:17:48.603" v="954" actId="478"/>
          <ac:picMkLst>
            <pc:docMk/>
            <pc:sldMk cId="3813244742" sldId="257"/>
            <ac:picMk id="358" creationId="{22939DE2-B0BF-75AB-2511-B9EF59FD6930}"/>
          </ac:picMkLst>
        </pc:picChg>
        <pc:picChg chg="add mod">
          <ac:chgData name="Tonisha Jeffers" userId="047621a9-cd6e-4f5d-8866-102677a2830c" providerId="ADAL" clId="{1A831B0D-AD6B-4F61-B8D1-9BB5C8D8CE98}" dt="2025-04-02T14:01:26.052" v="1678" actId="1076"/>
          <ac:picMkLst>
            <pc:docMk/>
            <pc:sldMk cId="3813244742" sldId="257"/>
            <ac:picMk id="387" creationId="{7C0F4AB4-F10E-9011-3596-96C846406DCD}"/>
          </ac:picMkLst>
        </pc:picChg>
        <pc:picChg chg="add mod">
          <ac:chgData name="Tonisha Jeffers" userId="047621a9-cd6e-4f5d-8866-102677a2830c" providerId="ADAL" clId="{1A831B0D-AD6B-4F61-B8D1-9BB5C8D8CE98}" dt="2025-04-02T13:32:12.267" v="1448" actId="1076"/>
          <ac:picMkLst>
            <pc:docMk/>
            <pc:sldMk cId="3813244742" sldId="257"/>
            <ac:picMk id="388" creationId="{BF19B6BD-B933-3EAC-AD64-D5FF7C864941}"/>
          </ac:picMkLst>
        </pc:picChg>
        <pc:picChg chg="add mod">
          <ac:chgData name="Tonisha Jeffers" userId="047621a9-cd6e-4f5d-8866-102677a2830c" providerId="ADAL" clId="{1A831B0D-AD6B-4F61-B8D1-9BB5C8D8CE98}" dt="2025-04-02T14:16:38.951" v="1805" actId="1076"/>
          <ac:picMkLst>
            <pc:docMk/>
            <pc:sldMk cId="3813244742" sldId="257"/>
            <ac:picMk id="389" creationId="{B5FA782F-BC72-CF37-9682-FA889B5BC8DF}"/>
          </ac:picMkLst>
        </pc:picChg>
        <pc:picChg chg="add del mod">
          <ac:chgData name="Tonisha Jeffers" userId="047621a9-cd6e-4f5d-8866-102677a2830c" providerId="ADAL" clId="{1A831B0D-AD6B-4F61-B8D1-9BB5C8D8CE98}" dt="2025-04-01T16:43:17.461" v="1171" actId="478"/>
          <ac:picMkLst>
            <pc:docMk/>
            <pc:sldMk cId="3813244742" sldId="257"/>
            <ac:picMk id="390" creationId="{0491527F-FA37-2FB8-FC78-4088071B273B}"/>
          </ac:picMkLst>
        </pc:picChg>
        <pc:picChg chg="add mod">
          <ac:chgData name="Tonisha Jeffers" userId="047621a9-cd6e-4f5d-8866-102677a2830c" providerId="ADAL" clId="{1A831B0D-AD6B-4F61-B8D1-9BB5C8D8CE98}" dt="2025-04-02T14:16:24.201" v="1801" actId="1076"/>
          <ac:picMkLst>
            <pc:docMk/>
            <pc:sldMk cId="3813244742" sldId="257"/>
            <ac:picMk id="391" creationId="{DDA8E260-2DBB-67D9-2609-8B4AFF0A5368}"/>
          </ac:picMkLst>
        </pc:picChg>
        <pc:picChg chg="add del mod">
          <ac:chgData name="Tonisha Jeffers" userId="047621a9-cd6e-4f5d-8866-102677a2830c" providerId="ADAL" clId="{1A831B0D-AD6B-4F61-B8D1-9BB5C8D8CE98}" dt="2025-04-01T16:47:36.208" v="1200" actId="478"/>
          <ac:picMkLst>
            <pc:docMk/>
            <pc:sldMk cId="3813244742" sldId="257"/>
            <ac:picMk id="392" creationId="{C3F77362-2893-648A-8F70-112BCDFA71B6}"/>
          </ac:picMkLst>
        </pc:picChg>
        <pc:picChg chg="add mod">
          <ac:chgData name="Tonisha Jeffers" userId="047621a9-cd6e-4f5d-8866-102677a2830c" providerId="ADAL" clId="{1A831B0D-AD6B-4F61-B8D1-9BB5C8D8CE98}" dt="2025-04-02T13:36:23.050" v="1480" actId="1076"/>
          <ac:picMkLst>
            <pc:docMk/>
            <pc:sldMk cId="3813244742" sldId="257"/>
            <ac:picMk id="420" creationId="{DDAADC38-1E97-8B70-366E-D24B0D95420D}"/>
          </ac:picMkLst>
        </pc:picChg>
        <pc:picChg chg="add mod">
          <ac:chgData name="Tonisha Jeffers" userId="047621a9-cd6e-4f5d-8866-102677a2830c" providerId="ADAL" clId="{1A831B0D-AD6B-4F61-B8D1-9BB5C8D8CE98}" dt="2025-04-02T14:00:40.230" v="1669" actId="1076"/>
          <ac:picMkLst>
            <pc:docMk/>
            <pc:sldMk cId="3813244742" sldId="257"/>
            <ac:picMk id="421" creationId="{AF1048D2-4D20-A13D-C1CE-3E313201FCC2}"/>
          </ac:picMkLst>
        </pc:picChg>
        <pc:picChg chg="add mod">
          <ac:chgData name="Tonisha Jeffers" userId="047621a9-cd6e-4f5d-8866-102677a2830c" providerId="ADAL" clId="{1A831B0D-AD6B-4F61-B8D1-9BB5C8D8CE98}" dt="2025-04-02T13:07:27.493" v="1323" actId="1076"/>
          <ac:picMkLst>
            <pc:docMk/>
            <pc:sldMk cId="3813244742" sldId="257"/>
            <ac:picMk id="422" creationId="{E2FDEDBC-A72C-0C4F-4FA5-89726EAEC4E1}"/>
          </ac:picMkLst>
        </pc:picChg>
        <pc:picChg chg="add mod">
          <ac:chgData name="Tonisha Jeffers" userId="047621a9-cd6e-4f5d-8866-102677a2830c" providerId="ADAL" clId="{1A831B0D-AD6B-4F61-B8D1-9BB5C8D8CE98}" dt="2025-04-02T13:45:16.272" v="1533" actId="1076"/>
          <ac:picMkLst>
            <pc:docMk/>
            <pc:sldMk cId="3813244742" sldId="257"/>
            <ac:picMk id="423" creationId="{A0757961-435F-55DA-C596-C77E0E4E6E18}"/>
          </ac:picMkLst>
        </pc:picChg>
        <pc:picChg chg="add mod">
          <ac:chgData name="Tonisha Jeffers" userId="047621a9-cd6e-4f5d-8866-102677a2830c" providerId="ADAL" clId="{1A831B0D-AD6B-4F61-B8D1-9BB5C8D8CE98}" dt="2025-04-02T13:07:02.264" v="1318" actId="1076"/>
          <ac:picMkLst>
            <pc:docMk/>
            <pc:sldMk cId="3813244742" sldId="257"/>
            <ac:picMk id="424" creationId="{AC690118-A1B7-1E3F-DB9B-E2FCD2221D2E}"/>
          </ac:picMkLst>
        </pc:picChg>
        <pc:picChg chg="add mod">
          <ac:chgData name="Tonisha Jeffers" userId="047621a9-cd6e-4f5d-8866-102677a2830c" providerId="ADAL" clId="{1A831B0D-AD6B-4F61-B8D1-9BB5C8D8CE98}" dt="2025-04-02T13:28:40.221" v="1415" actId="14100"/>
          <ac:picMkLst>
            <pc:docMk/>
            <pc:sldMk cId="3813244742" sldId="257"/>
            <ac:picMk id="425" creationId="{30144780-CD1D-7EEF-06E3-57A072EB5929}"/>
          </ac:picMkLst>
        </pc:picChg>
        <pc:picChg chg="add mod">
          <ac:chgData name="Tonisha Jeffers" userId="047621a9-cd6e-4f5d-8866-102677a2830c" providerId="ADAL" clId="{1A831B0D-AD6B-4F61-B8D1-9BB5C8D8CE98}" dt="2025-04-02T13:56:00.960" v="1626" actId="1076"/>
          <ac:picMkLst>
            <pc:docMk/>
            <pc:sldMk cId="3813244742" sldId="257"/>
            <ac:picMk id="426" creationId="{3F125B60-2BC5-52DE-1A7D-4510C521D4AC}"/>
          </ac:picMkLst>
        </pc:picChg>
        <pc:picChg chg="add mod">
          <ac:chgData name="Tonisha Jeffers" userId="047621a9-cd6e-4f5d-8866-102677a2830c" providerId="ADAL" clId="{1A831B0D-AD6B-4F61-B8D1-9BB5C8D8CE98}" dt="2025-04-02T14:05:01.111" v="1702" actId="1076"/>
          <ac:picMkLst>
            <pc:docMk/>
            <pc:sldMk cId="3813244742" sldId="257"/>
            <ac:picMk id="427" creationId="{B017EB3C-AE8C-C30E-FDC2-68346C4C17CF}"/>
          </ac:picMkLst>
        </pc:picChg>
        <pc:picChg chg="add mod">
          <ac:chgData name="Tonisha Jeffers" userId="047621a9-cd6e-4f5d-8866-102677a2830c" providerId="ADAL" clId="{1A831B0D-AD6B-4F61-B8D1-9BB5C8D8CE98}" dt="2025-04-02T14:01:17.449" v="1676" actId="1076"/>
          <ac:picMkLst>
            <pc:docMk/>
            <pc:sldMk cId="3813244742" sldId="257"/>
            <ac:picMk id="428" creationId="{0F293D8D-1A01-DFB1-0226-10F04F7F3EB7}"/>
          </ac:picMkLst>
        </pc:picChg>
        <pc:picChg chg="add mod">
          <ac:chgData name="Tonisha Jeffers" userId="047621a9-cd6e-4f5d-8866-102677a2830c" providerId="ADAL" clId="{1A831B0D-AD6B-4F61-B8D1-9BB5C8D8CE98}" dt="2025-04-02T14:11:49.048" v="1751" actId="1076"/>
          <ac:picMkLst>
            <pc:docMk/>
            <pc:sldMk cId="3813244742" sldId="257"/>
            <ac:picMk id="429" creationId="{4B13F262-29E1-4B3B-C0F7-F62707A0082E}"/>
          </ac:picMkLst>
        </pc:picChg>
        <pc:picChg chg="add mod">
          <ac:chgData name="Tonisha Jeffers" userId="047621a9-cd6e-4f5d-8866-102677a2830c" providerId="ADAL" clId="{1A831B0D-AD6B-4F61-B8D1-9BB5C8D8CE98}" dt="2025-04-02T13:48:11.805" v="1566" actId="1076"/>
          <ac:picMkLst>
            <pc:docMk/>
            <pc:sldMk cId="3813244742" sldId="257"/>
            <ac:picMk id="430" creationId="{5DCAE6E0-06C2-87D6-AAAA-5AC4B7D037C1}"/>
          </ac:picMkLst>
        </pc:picChg>
        <pc:picChg chg="add mod">
          <ac:chgData name="Tonisha Jeffers" userId="047621a9-cd6e-4f5d-8866-102677a2830c" providerId="ADAL" clId="{1A831B0D-AD6B-4F61-B8D1-9BB5C8D8CE98}" dt="2025-04-02T13:39:17.256" v="1497" actId="1076"/>
          <ac:picMkLst>
            <pc:docMk/>
            <pc:sldMk cId="3813244742" sldId="257"/>
            <ac:picMk id="431" creationId="{E4C7D90E-5286-840E-C6EF-A13F747B79A9}"/>
          </ac:picMkLst>
        </pc:picChg>
        <pc:picChg chg="add mod">
          <ac:chgData name="Tonisha Jeffers" userId="047621a9-cd6e-4f5d-8866-102677a2830c" providerId="ADAL" clId="{1A831B0D-AD6B-4F61-B8D1-9BB5C8D8CE98}" dt="2025-04-02T13:44:35.939" v="1527" actId="1076"/>
          <ac:picMkLst>
            <pc:docMk/>
            <pc:sldMk cId="3813244742" sldId="257"/>
            <ac:picMk id="432" creationId="{9D73BCE8-4C97-5DDF-BD49-87D694FD4326}"/>
          </ac:picMkLst>
        </pc:picChg>
        <pc:picChg chg="add mod">
          <ac:chgData name="Tonisha Jeffers" userId="047621a9-cd6e-4f5d-8866-102677a2830c" providerId="ADAL" clId="{1A831B0D-AD6B-4F61-B8D1-9BB5C8D8CE98}" dt="2025-04-02T13:40:11.417" v="1508" actId="1076"/>
          <ac:picMkLst>
            <pc:docMk/>
            <pc:sldMk cId="3813244742" sldId="257"/>
            <ac:picMk id="433" creationId="{063E53DB-097D-BDFC-53EE-45CB5C821041}"/>
          </ac:picMkLst>
        </pc:picChg>
        <pc:picChg chg="add mod">
          <ac:chgData name="Tonisha Jeffers" userId="047621a9-cd6e-4f5d-8866-102677a2830c" providerId="ADAL" clId="{1A831B0D-AD6B-4F61-B8D1-9BB5C8D8CE98}" dt="2025-04-02T13:56:04.285" v="1627" actId="1076"/>
          <ac:picMkLst>
            <pc:docMk/>
            <pc:sldMk cId="3813244742" sldId="257"/>
            <ac:picMk id="434" creationId="{721CC10D-CC80-EBB5-C91D-FCF6322C0D1F}"/>
          </ac:picMkLst>
        </pc:picChg>
        <pc:picChg chg="add mod">
          <ac:chgData name="Tonisha Jeffers" userId="047621a9-cd6e-4f5d-8866-102677a2830c" providerId="ADAL" clId="{1A831B0D-AD6B-4F61-B8D1-9BB5C8D8CE98}" dt="2025-04-02T14:12:51.182" v="1765" actId="1076"/>
          <ac:picMkLst>
            <pc:docMk/>
            <pc:sldMk cId="3813244742" sldId="257"/>
            <ac:picMk id="598" creationId="{6D25C992-62E6-5501-1B4D-D3B2A21F6AEF}"/>
          </ac:picMkLst>
        </pc:picChg>
        <pc:picChg chg="add mod">
          <ac:chgData name="Tonisha Jeffers" userId="047621a9-cd6e-4f5d-8866-102677a2830c" providerId="ADAL" clId="{1A831B0D-AD6B-4F61-B8D1-9BB5C8D8CE98}" dt="2025-04-02T14:08:54.534" v="1739" actId="1076"/>
          <ac:picMkLst>
            <pc:docMk/>
            <pc:sldMk cId="3813244742" sldId="257"/>
            <ac:picMk id="599" creationId="{69ADA35F-6B52-EEA5-0DA1-FFC3B7DE056D}"/>
          </ac:picMkLst>
        </pc:picChg>
        <pc:inkChg chg="add">
          <ac:chgData name="Tonisha Jeffers" userId="047621a9-cd6e-4f5d-8866-102677a2830c" providerId="ADAL" clId="{1A831B0D-AD6B-4F61-B8D1-9BB5C8D8CE98}" dt="2025-03-31T15:01:29.682" v="273" actId="9405"/>
          <ac:inkMkLst>
            <pc:docMk/>
            <pc:sldMk cId="3813244742" sldId="257"/>
            <ac:inkMk id="38" creationId="{94C0ACA1-5D3B-83F4-31C5-22870D99B51E}"/>
          </ac:inkMkLst>
        </pc:inkChg>
        <pc:inkChg chg="add">
          <ac:chgData name="Tonisha Jeffers" userId="047621a9-cd6e-4f5d-8866-102677a2830c" providerId="ADAL" clId="{1A831B0D-AD6B-4F61-B8D1-9BB5C8D8CE98}" dt="2025-03-31T15:01:44.643" v="274" actId="9405"/>
          <ac:inkMkLst>
            <pc:docMk/>
            <pc:sldMk cId="3813244742" sldId="257"/>
            <ac:inkMk id="39" creationId="{91388826-4329-9B47-2E5A-B6F85F175D29}"/>
          </ac:inkMkLst>
        </pc:inkChg>
        <pc:inkChg chg="add">
          <ac:chgData name="Tonisha Jeffers" userId="047621a9-cd6e-4f5d-8866-102677a2830c" providerId="ADAL" clId="{1A831B0D-AD6B-4F61-B8D1-9BB5C8D8CE98}" dt="2025-03-31T15:02:12.676" v="275" actId="9405"/>
          <ac:inkMkLst>
            <pc:docMk/>
            <pc:sldMk cId="3813244742" sldId="257"/>
            <ac:inkMk id="40" creationId="{ADA733CB-73F0-691C-91DE-CAB52C149AEF}"/>
          </ac:inkMkLst>
        </pc:inkChg>
        <pc:cxnChg chg="add mod">
          <ac:chgData name="Tonisha Jeffers" userId="047621a9-cd6e-4f5d-8866-102677a2830c" providerId="ADAL" clId="{1A831B0D-AD6B-4F61-B8D1-9BB5C8D8CE98}" dt="2025-03-31T15:03:35.311" v="278" actId="14100"/>
          <ac:cxnSpMkLst>
            <pc:docMk/>
            <pc:sldMk cId="3813244742" sldId="257"/>
            <ac:cxnSpMk id="42" creationId="{2CD22978-3056-9477-10F4-1CEB32CB1C9F}"/>
          </ac:cxnSpMkLst>
        </pc:cxnChg>
        <pc:cxnChg chg="add mod">
          <ac:chgData name="Tonisha Jeffers" userId="047621a9-cd6e-4f5d-8866-102677a2830c" providerId="ADAL" clId="{1A831B0D-AD6B-4F61-B8D1-9BB5C8D8CE98}" dt="2025-04-01T16:27:50.980" v="1036" actId="208"/>
          <ac:cxnSpMkLst>
            <pc:docMk/>
            <pc:sldMk cId="3813244742" sldId="257"/>
            <ac:cxnSpMk id="45" creationId="{E1BF37E6-D6D2-D2EE-0434-4BA6D1A2A80B}"/>
          </ac:cxnSpMkLst>
        </pc:cxnChg>
        <pc:cxnChg chg="add mod">
          <ac:chgData name="Tonisha Jeffers" userId="047621a9-cd6e-4f5d-8866-102677a2830c" providerId="ADAL" clId="{1A831B0D-AD6B-4F61-B8D1-9BB5C8D8CE98}" dt="2025-04-01T16:43:28.169" v="1175" actId="1076"/>
          <ac:cxnSpMkLst>
            <pc:docMk/>
            <pc:sldMk cId="3813244742" sldId="257"/>
            <ac:cxnSpMk id="48" creationId="{1E824FA4-23C7-9D1D-3D3C-C4D4BBF271F1}"/>
          </ac:cxnSpMkLst>
        </pc:cxnChg>
        <pc:cxnChg chg="add mod">
          <ac:chgData name="Tonisha Jeffers" userId="047621a9-cd6e-4f5d-8866-102677a2830c" providerId="ADAL" clId="{1A831B0D-AD6B-4F61-B8D1-9BB5C8D8CE98}" dt="2025-04-01T16:32:55.234" v="1065" actId="1076"/>
          <ac:cxnSpMkLst>
            <pc:docMk/>
            <pc:sldMk cId="3813244742" sldId="257"/>
            <ac:cxnSpMk id="50" creationId="{945A941B-32D2-FAF4-3A7E-E215BDBC1806}"/>
          </ac:cxnSpMkLst>
        </pc:cxnChg>
        <pc:cxnChg chg="add mod">
          <ac:chgData name="Tonisha Jeffers" userId="047621a9-cd6e-4f5d-8866-102677a2830c" providerId="ADAL" clId="{1A831B0D-AD6B-4F61-B8D1-9BB5C8D8CE98}" dt="2025-03-31T15:14:56.896" v="310" actId="14100"/>
          <ac:cxnSpMkLst>
            <pc:docMk/>
            <pc:sldMk cId="3813244742" sldId="257"/>
            <ac:cxnSpMk id="58" creationId="{F34A9273-C790-F2B3-0D1F-2346AA2FBE25}"/>
          </ac:cxnSpMkLst>
        </pc:cxnChg>
        <pc:cxnChg chg="add mod">
          <ac:chgData name="Tonisha Jeffers" userId="047621a9-cd6e-4f5d-8866-102677a2830c" providerId="ADAL" clId="{1A831B0D-AD6B-4F61-B8D1-9BB5C8D8CE98}" dt="2025-04-01T12:51:35.364" v="344" actId="14100"/>
          <ac:cxnSpMkLst>
            <pc:docMk/>
            <pc:sldMk cId="3813244742" sldId="257"/>
            <ac:cxnSpMk id="60" creationId="{DF29CC18-6499-89E9-0ACB-21E5774592D0}"/>
          </ac:cxnSpMkLst>
        </pc:cxnChg>
        <pc:cxnChg chg="add del mod">
          <ac:chgData name="Tonisha Jeffers" userId="047621a9-cd6e-4f5d-8866-102677a2830c" providerId="ADAL" clId="{1A831B0D-AD6B-4F61-B8D1-9BB5C8D8CE98}" dt="2025-04-01T13:05:00.471" v="435" actId="478"/>
          <ac:cxnSpMkLst>
            <pc:docMk/>
            <pc:sldMk cId="3813244742" sldId="257"/>
            <ac:cxnSpMk id="98" creationId="{77B08A02-98CD-F2ED-F584-6E241826A711}"/>
          </ac:cxnSpMkLst>
        </pc:cxnChg>
        <pc:cxnChg chg="add del mod">
          <ac:chgData name="Tonisha Jeffers" userId="047621a9-cd6e-4f5d-8866-102677a2830c" providerId="ADAL" clId="{1A831B0D-AD6B-4F61-B8D1-9BB5C8D8CE98}" dt="2025-04-01T16:31:32.186" v="1049" actId="478"/>
          <ac:cxnSpMkLst>
            <pc:docMk/>
            <pc:sldMk cId="3813244742" sldId="257"/>
            <ac:cxnSpMk id="100" creationId="{236D484D-EA26-32B8-2FCF-C6D3FFA00B41}"/>
          </ac:cxnSpMkLst>
        </pc:cxnChg>
        <pc:cxnChg chg="add del mod">
          <ac:chgData name="Tonisha Jeffers" userId="047621a9-cd6e-4f5d-8866-102677a2830c" providerId="ADAL" clId="{1A831B0D-AD6B-4F61-B8D1-9BB5C8D8CE98}" dt="2025-04-01T13:07:42.776" v="461" actId="478"/>
          <ac:cxnSpMkLst>
            <pc:docMk/>
            <pc:sldMk cId="3813244742" sldId="257"/>
            <ac:cxnSpMk id="122" creationId="{FE121287-DC3C-9E27-1E06-FC835EEA6BAC}"/>
          </ac:cxnSpMkLst>
        </pc:cxnChg>
        <pc:cxnChg chg="add del mod">
          <ac:chgData name="Tonisha Jeffers" userId="047621a9-cd6e-4f5d-8866-102677a2830c" providerId="ADAL" clId="{1A831B0D-AD6B-4F61-B8D1-9BB5C8D8CE98}" dt="2025-04-01T16:38:33.713" v="1121" actId="478"/>
          <ac:cxnSpMkLst>
            <pc:docMk/>
            <pc:sldMk cId="3813244742" sldId="257"/>
            <ac:cxnSpMk id="124" creationId="{CDF71CF2-E29F-950E-F0CA-3E22D0332BC5}"/>
          </ac:cxnSpMkLst>
        </pc:cxnChg>
        <pc:cxnChg chg="add mod">
          <ac:chgData name="Tonisha Jeffers" userId="047621a9-cd6e-4f5d-8866-102677a2830c" providerId="ADAL" clId="{1A831B0D-AD6B-4F61-B8D1-9BB5C8D8CE98}" dt="2025-04-01T15:19:29.360" v="762" actId="14100"/>
          <ac:cxnSpMkLst>
            <pc:docMk/>
            <pc:sldMk cId="3813244742" sldId="257"/>
            <ac:cxnSpMk id="130" creationId="{A8B25B41-92FF-0C5A-1737-A82D8124E991}"/>
          </ac:cxnSpMkLst>
        </pc:cxnChg>
        <pc:cxnChg chg="add mod">
          <ac:chgData name="Tonisha Jeffers" userId="047621a9-cd6e-4f5d-8866-102677a2830c" providerId="ADAL" clId="{1A831B0D-AD6B-4F61-B8D1-9BB5C8D8CE98}" dt="2025-04-01T13:12:11.983" v="490" actId="11529"/>
          <ac:cxnSpMkLst>
            <pc:docMk/>
            <pc:sldMk cId="3813244742" sldId="257"/>
            <ac:cxnSpMk id="137" creationId="{00209313-0F4C-741E-5AFE-013FDAD99AFC}"/>
          </ac:cxnSpMkLst>
        </pc:cxnChg>
        <pc:cxnChg chg="add mod">
          <ac:chgData name="Tonisha Jeffers" userId="047621a9-cd6e-4f5d-8866-102677a2830c" providerId="ADAL" clId="{1A831B0D-AD6B-4F61-B8D1-9BB5C8D8CE98}" dt="2025-04-02T13:52:51.457" v="1608" actId="14100"/>
          <ac:cxnSpMkLst>
            <pc:docMk/>
            <pc:sldMk cId="3813244742" sldId="257"/>
            <ac:cxnSpMk id="157" creationId="{14108D3E-F7B2-101B-6968-74308691799E}"/>
          </ac:cxnSpMkLst>
        </pc:cxnChg>
        <pc:cxnChg chg="add mod">
          <ac:chgData name="Tonisha Jeffers" userId="047621a9-cd6e-4f5d-8866-102677a2830c" providerId="ADAL" clId="{1A831B0D-AD6B-4F61-B8D1-9BB5C8D8CE98}" dt="2025-04-02T13:52:57.777" v="1609" actId="1076"/>
          <ac:cxnSpMkLst>
            <pc:docMk/>
            <pc:sldMk cId="3813244742" sldId="257"/>
            <ac:cxnSpMk id="159" creationId="{2D1A4E86-9A07-0FDA-7D66-CCF61B47C809}"/>
          </ac:cxnSpMkLst>
        </pc:cxnChg>
        <pc:cxnChg chg="add mod">
          <ac:chgData name="Tonisha Jeffers" userId="047621a9-cd6e-4f5d-8866-102677a2830c" providerId="ADAL" clId="{1A831B0D-AD6B-4F61-B8D1-9BB5C8D8CE98}" dt="2025-04-01T15:22:15.794" v="780" actId="1076"/>
          <ac:cxnSpMkLst>
            <pc:docMk/>
            <pc:sldMk cId="3813244742" sldId="257"/>
            <ac:cxnSpMk id="169" creationId="{81755C3A-2098-53EC-5789-0CF6B2194EF2}"/>
          </ac:cxnSpMkLst>
        </pc:cxnChg>
        <pc:cxnChg chg="add mod">
          <ac:chgData name="Tonisha Jeffers" userId="047621a9-cd6e-4f5d-8866-102677a2830c" providerId="ADAL" clId="{1A831B0D-AD6B-4F61-B8D1-9BB5C8D8CE98}" dt="2025-04-01T14:41:34.831" v="578" actId="14100"/>
          <ac:cxnSpMkLst>
            <pc:docMk/>
            <pc:sldMk cId="3813244742" sldId="257"/>
            <ac:cxnSpMk id="178" creationId="{D835667E-00C8-7156-33BF-4B8AEAA4AD18}"/>
          </ac:cxnSpMkLst>
        </pc:cxnChg>
        <pc:cxnChg chg="add">
          <ac:chgData name="Tonisha Jeffers" userId="047621a9-cd6e-4f5d-8866-102677a2830c" providerId="ADAL" clId="{1A831B0D-AD6B-4F61-B8D1-9BB5C8D8CE98}" dt="2025-04-01T14:40:46.206" v="571" actId="11529"/>
          <ac:cxnSpMkLst>
            <pc:docMk/>
            <pc:sldMk cId="3813244742" sldId="257"/>
            <ac:cxnSpMk id="180" creationId="{6EA0630D-3A91-D370-3C35-C14F69880B31}"/>
          </ac:cxnSpMkLst>
        </pc:cxnChg>
        <pc:cxnChg chg="add del mod">
          <ac:chgData name="Tonisha Jeffers" userId="047621a9-cd6e-4f5d-8866-102677a2830c" providerId="ADAL" clId="{1A831B0D-AD6B-4F61-B8D1-9BB5C8D8CE98}" dt="2025-04-01T14:40:58.392" v="574" actId="478"/>
          <ac:cxnSpMkLst>
            <pc:docMk/>
            <pc:sldMk cId="3813244742" sldId="257"/>
            <ac:cxnSpMk id="182" creationId="{D10BA110-B1F3-6217-690E-4CB8513DBB76}"/>
          </ac:cxnSpMkLst>
        </pc:cxnChg>
        <pc:cxnChg chg="add">
          <ac:chgData name="Tonisha Jeffers" userId="047621a9-cd6e-4f5d-8866-102677a2830c" providerId="ADAL" clId="{1A831B0D-AD6B-4F61-B8D1-9BB5C8D8CE98}" dt="2025-04-01T14:41:06.522" v="575" actId="11529"/>
          <ac:cxnSpMkLst>
            <pc:docMk/>
            <pc:sldMk cId="3813244742" sldId="257"/>
            <ac:cxnSpMk id="184" creationId="{6384DE62-24D8-C5B7-970D-CE9C9D025E7A}"/>
          </ac:cxnSpMkLst>
        </pc:cxnChg>
        <pc:cxnChg chg="add">
          <ac:chgData name="Tonisha Jeffers" userId="047621a9-cd6e-4f5d-8866-102677a2830c" providerId="ADAL" clId="{1A831B0D-AD6B-4F61-B8D1-9BB5C8D8CE98}" dt="2025-04-01T14:41:18.981" v="576" actId="11529"/>
          <ac:cxnSpMkLst>
            <pc:docMk/>
            <pc:sldMk cId="3813244742" sldId="257"/>
            <ac:cxnSpMk id="186" creationId="{966B1F36-251C-BFD1-7E5A-D916F3DD97E5}"/>
          </ac:cxnSpMkLst>
        </pc:cxnChg>
        <pc:cxnChg chg="add">
          <ac:chgData name="Tonisha Jeffers" userId="047621a9-cd6e-4f5d-8866-102677a2830c" providerId="ADAL" clId="{1A831B0D-AD6B-4F61-B8D1-9BB5C8D8CE98}" dt="2025-04-01T14:41:29.870" v="577" actId="11529"/>
          <ac:cxnSpMkLst>
            <pc:docMk/>
            <pc:sldMk cId="3813244742" sldId="257"/>
            <ac:cxnSpMk id="188" creationId="{27456CF1-17F8-A772-1782-5F5FFABE5E3B}"/>
          </ac:cxnSpMkLst>
        </pc:cxnChg>
        <pc:cxnChg chg="add mod">
          <ac:chgData name="Tonisha Jeffers" userId="047621a9-cd6e-4f5d-8866-102677a2830c" providerId="ADAL" clId="{1A831B0D-AD6B-4F61-B8D1-9BB5C8D8CE98}" dt="2025-04-01T16:27:06.780" v="1029" actId="208"/>
          <ac:cxnSpMkLst>
            <pc:docMk/>
            <pc:sldMk cId="3813244742" sldId="257"/>
            <ac:cxnSpMk id="222" creationId="{CED7E105-D7F9-83F5-D0FA-C00A2CCB020C}"/>
          </ac:cxnSpMkLst>
        </pc:cxnChg>
        <pc:cxnChg chg="add mod">
          <ac:chgData name="Tonisha Jeffers" userId="047621a9-cd6e-4f5d-8866-102677a2830c" providerId="ADAL" clId="{1A831B0D-AD6B-4F61-B8D1-9BB5C8D8CE98}" dt="2025-04-01T16:27:10.555" v="1030" actId="208"/>
          <ac:cxnSpMkLst>
            <pc:docMk/>
            <pc:sldMk cId="3813244742" sldId="257"/>
            <ac:cxnSpMk id="224" creationId="{71FF53C4-2371-2F70-90A6-7B6BFC39DBF3}"/>
          </ac:cxnSpMkLst>
        </pc:cxnChg>
        <pc:cxnChg chg="add del mod">
          <ac:chgData name="Tonisha Jeffers" userId="047621a9-cd6e-4f5d-8866-102677a2830c" providerId="ADAL" clId="{1A831B0D-AD6B-4F61-B8D1-9BB5C8D8CE98}" dt="2025-04-01T15:11:27.653" v="721" actId="478"/>
          <ac:cxnSpMkLst>
            <pc:docMk/>
            <pc:sldMk cId="3813244742" sldId="257"/>
            <ac:cxnSpMk id="242" creationId="{E3A01D13-15D2-92F0-F3D9-8B16A05578C1}"/>
          </ac:cxnSpMkLst>
        </pc:cxnChg>
        <pc:cxnChg chg="add del mod">
          <ac:chgData name="Tonisha Jeffers" userId="047621a9-cd6e-4f5d-8866-102677a2830c" providerId="ADAL" clId="{1A831B0D-AD6B-4F61-B8D1-9BB5C8D8CE98}" dt="2025-04-01T15:11:29.470" v="722" actId="478"/>
          <ac:cxnSpMkLst>
            <pc:docMk/>
            <pc:sldMk cId="3813244742" sldId="257"/>
            <ac:cxnSpMk id="245" creationId="{B33F5489-B42D-6856-060B-B5F64F9BBD30}"/>
          </ac:cxnSpMkLst>
        </pc:cxnChg>
        <pc:cxnChg chg="add mod">
          <ac:chgData name="Tonisha Jeffers" userId="047621a9-cd6e-4f5d-8866-102677a2830c" providerId="ADAL" clId="{1A831B0D-AD6B-4F61-B8D1-9BB5C8D8CE98}" dt="2025-04-01T16:27:16.918" v="1031" actId="208"/>
          <ac:cxnSpMkLst>
            <pc:docMk/>
            <pc:sldMk cId="3813244742" sldId="257"/>
            <ac:cxnSpMk id="248" creationId="{56DEF65F-D323-6E5B-17C7-7D0319381E03}"/>
          </ac:cxnSpMkLst>
        </pc:cxnChg>
        <pc:cxnChg chg="add mod">
          <ac:chgData name="Tonisha Jeffers" userId="047621a9-cd6e-4f5d-8866-102677a2830c" providerId="ADAL" clId="{1A831B0D-AD6B-4F61-B8D1-9BB5C8D8CE98}" dt="2025-04-01T16:27:22.617" v="1032" actId="208"/>
          <ac:cxnSpMkLst>
            <pc:docMk/>
            <pc:sldMk cId="3813244742" sldId="257"/>
            <ac:cxnSpMk id="251" creationId="{C9810E0C-98CA-F3F2-61D6-2607B62E0FB2}"/>
          </ac:cxnSpMkLst>
        </pc:cxnChg>
        <pc:cxnChg chg="add mod">
          <ac:chgData name="Tonisha Jeffers" userId="047621a9-cd6e-4f5d-8866-102677a2830c" providerId="ADAL" clId="{1A831B0D-AD6B-4F61-B8D1-9BB5C8D8CE98}" dt="2025-04-01T16:27:26.968" v="1033" actId="208"/>
          <ac:cxnSpMkLst>
            <pc:docMk/>
            <pc:sldMk cId="3813244742" sldId="257"/>
            <ac:cxnSpMk id="253" creationId="{2C0406C6-0197-F542-9291-D592D85D0E81}"/>
          </ac:cxnSpMkLst>
        </pc:cxnChg>
        <pc:cxnChg chg="add del mod">
          <ac:chgData name="Tonisha Jeffers" userId="047621a9-cd6e-4f5d-8866-102677a2830c" providerId="ADAL" clId="{1A831B0D-AD6B-4F61-B8D1-9BB5C8D8CE98}" dt="2025-04-01T15:11:57.474" v="727" actId="478"/>
          <ac:cxnSpMkLst>
            <pc:docMk/>
            <pc:sldMk cId="3813244742" sldId="257"/>
            <ac:cxnSpMk id="255" creationId="{C76008B5-581D-64C8-B8D9-44887A9B12CA}"/>
          </ac:cxnSpMkLst>
        </pc:cxnChg>
        <pc:cxnChg chg="add mod">
          <ac:chgData name="Tonisha Jeffers" userId="047621a9-cd6e-4f5d-8866-102677a2830c" providerId="ADAL" clId="{1A831B0D-AD6B-4F61-B8D1-9BB5C8D8CE98}" dt="2025-04-01T16:29:42.816" v="1044" actId="14100"/>
          <ac:cxnSpMkLst>
            <pc:docMk/>
            <pc:sldMk cId="3813244742" sldId="257"/>
            <ac:cxnSpMk id="258" creationId="{FBF4AFFF-9139-C984-8F0E-7241D234270C}"/>
          </ac:cxnSpMkLst>
        </pc:cxnChg>
        <pc:cxnChg chg="add mod">
          <ac:chgData name="Tonisha Jeffers" userId="047621a9-cd6e-4f5d-8866-102677a2830c" providerId="ADAL" clId="{1A831B0D-AD6B-4F61-B8D1-9BB5C8D8CE98}" dt="2025-04-01T16:28:30.835" v="1039" actId="208"/>
          <ac:cxnSpMkLst>
            <pc:docMk/>
            <pc:sldMk cId="3813244742" sldId="257"/>
            <ac:cxnSpMk id="277" creationId="{EE857559-18EA-12C8-62BB-D5085D657E19}"/>
          </ac:cxnSpMkLst>
        </pc:cxnChg>
        <pc:cxnChg chg="add mod">
          <ac:chgData name="Tonisha Jeffers" userId="047621a9-cd6e-4f5d-8866-102677a2830c" providerId="ADAL" clId="{1A831B0D-AD6B-4F61-B8D1-9BB5C8D8CE98}" dt="2025-04-02T14:18:23.197" v="1813" actId="1076"/>
          <ac:cxnSpMkLst>
            <pc:docMk/>
            <pc:sldMk cId="3813244742" sldId="257"/>
            <ac:cxnSpMk id="279" creationId="{36075194-1B81-3B4C-1873-E10FAA5DE2F9}"/>
          </ac:cxnSpMkLst>
        </pc:cxnChg>
        <pc:cxnChg chg="add mod">
          <ac:chgData name="Tonisha Jeffers" userId="047621a9-cd6e-4f5d-8866-102677a2830c" providerId="ADAL" clId="{1A831B0D-AD6B-4F61-B8D1-9BB5C8D8CE98}" dt="2025-04-02T14:18:44.025" v="1821" actId="14100"/>
          <ac:cxnSpMkLst>
            <pc:docMk/>
            <pc:sldMk cId="3813244742" sldId="257"/>
            <ac:cxnSpMk id="283" creationId="{381D8174-85E7-AF4D-FF98-A3A4CB2C3193}"/>
          </ac:cxnSpMkLst>
        </pc:cxnChg>
        <pc:cxnChg chg="add del mod">
          <ac:chgData name="Tonisha Jeffers" userId="047621a9-cd6e-4f5d-8866-102677a2830c" providerId="ADAL" clId="{1A831B0D-AD6B-4F61-B8D1-9BB5C8D8CE98}" dt="2025-04-01T16:04:39.775" v="873" actId="478"/>
          <ac:cxnSpMkLst>
            <pc:docMk/>
            <pc:sldMk cId="3813244742" sldId="257"/>
            <ac:cxnSpMk id="290" creationId="{1238DFCF-6AD5-6A2C-582B-6873E3DB1781}"/>
          </ac:cxnSpMkLst>
        </pc:cxnChg>
        <pc:cxnChg chg="add mod">
          <ac:chgData name="Tonisha Jeffers" userId="047621a9-cd6e-4f5d-8866-102677a2830c" providerId="ADAL" clId="{1A831B0D-AD6B-4F61-B8D1-9BB5C8D8CE98}" dt="2025-04-01T16:26:45.068" v="1025" actId="208"/>
          <ac:cxnSpMkLst>
            <pc:docMk/>
            <pc:sldMk cId="3813244742" sldId="257"/>
            <ac:cxnSpMk id="293" creationId="{BF9B0C32-7598-5E44-A872-BD6A8F28C05B}"/>
          </ac:cxnSpMkLst>
        </pc:cxnChg>
        <pc:cxnChg chg="add mod">
          <ac:chgData name="Tonisha Jeffers" userId="047621a9-cd6e-4f5d-8866-102677a2830c" providerId="ADAL" clId="{1A831B0D-AD6B-4F61-B8D1-9BB5C8D8CE98}" dt="2025-04-01T16:26:50.167" v="1026" actId="208"/>
          <ac:cxnSpMkLst>
            <pc:docMk/>
            <pc:sldMk cId="3813244742" sldId="257"/>
            <ac:cxnSpMk id="295" creationId="{3C323084-D85C-D6A4-3DB9-14DC491CA551}"/>
          </ac:cxnSpMkLst>
        </pc:cxnChg>
        <pc:cxnChg chg="add mod">
          <ac:chgData name="Tonisha Jeffers" userId="047621a9-cd6e-4f5d-8866-102677a2830c" providerId="ADAL" clId="{1A831B0D-AD6B-4F61-B8D1-9BB5C8D8CE98}" dt="2025-04-01T16:26:56.347" v="1027" actId="208"/>
          <ac:cxnSpMkLst>
            <pc:docMk/>
            <pc:sldMk cId="3813244742" sldId="257"/>
            <ac:cxnSpMk id="297" creationId="{16979F1D-05D5-2E60-BA2A-D244CE38B32C}"/>
          </ac:cxnSpMkLst>
        </pc:cxnChg>
        <pc:cxnChg chg="add del mod">
          <ac:chgData name="Tonisha Jeffers" userId="047621a9-cd6e-4f5d-8866-102677a2830c" providerId="ADAL" clId="{1A831B0D-AD6B-4F61-B8D1-9BB5C8D8CE98}" dt="2025-04-01T16:18:07.661" v="960" actId="478"/>
          <ac:cxnSpMkLst>
            <pc:docMk/>
            <pc:sldMk cId="3813244742" sldId="257"/>
            <ac:cxnSpMk id="326" creationId="{1FDBE4DF-641C-73BF-34D9-B581AE078C10}"/>
          </ac:cxnSpMkLst>
        </pc:cxnChg>
        <pc:cxnChg chg="add del mod">
          <ac:chgData name="Tonisha Jeffers" userId="047621a9-cd6e-4f5d-8866-102677a2830c" providerId="ADAL" clId="{1A831B0D-AD6B-4F61-B8D1-9BB5C8D8CE98}" dt="2025-04-01T16:19:54.826" v="972" actId="478"/>
          <ac:cxnSpMkLst>
            <pc:docMk/>
            <pc:sldMk cId="3813244742" sldId="257"/>
            <ac:cxnSpMk id="328" creationId="{F6CB03CD-5D2B-BBA9-C6FE-7A0115A91F36}"/>
          </ac:cxnSpMkLst>
        </pc:cxnChg>
        <pc:cxnChg chg="add mod">
          <ac:chgData name="Tonisha Jeffers" userId="047621a9-cd6e-4f5d-8866-102677a2830c" providerId="ADAL" clId="{1A831B0D-AD6B-4F61-B8D1-9BB5C8D8CE98}" dt="2025-04-01T16:08:02.942" v="890" actId="14100"/>
          <ac:cxnSpMkLst>
            <pc:docMk/>
            <pc:sldMk cId="3813244742" sldId="257"/>
            <ac:cxnSpMk id="331" creationId="{C6B07D69-368C-F350-AB89-DCB287C11209}"/>
          </ac:cxnSpMkLst>
        </pc:cxnChg>
        <pc:cxnChg chg="add mod">
          <ac:chgData name="Tonisha Jeffers" userId="047621a9-cd6e-4f5d-8866-102677a2830c" providerId="ADAL" clId="{1A831B0D-AD6B-4F61-B8D1-9BB5C8D8CE98}" dt="2025-04-01T16:28:21.736" v="1037" actId="208"/>
          <ac:cxnSpMkLst>
            <pc:docMk/>
            <pc:sldMk cId="3813244742" sldId="257"/>
            <ac:cxnSpMk id="336" creationId="{96A279E5-2886-FADC-F4DF-8C86061B415F}"/>
          </ac:cxnSpMkLst>
        </pc:cxnChg>
        <pc:cxnChg chg="add mod">
          <ac:chgData name="Tonisha Jeffers" userId="047621a9-cd6e-4f5d-8866-102677a2830c" providerId="ADAL" clId="{1A831B0D-AD6B-4F61-B8D1-9BB5C8D8CE98}" dt="2025-04-01T16:28:25.521" v="1038" actId="208"/>
          <ac:cxnSpMkLst>
            <pc:docMk/>
            <pc:sldMk cId="3813244742" sldId="257"/>
            <ac:cxnSpMk id="338" creationId="{B4D56FF5-7BB1-DC1D-C248-4CAD3A3C4BDD}"/>
          </ac:cxnSpMkLst>
        </pc:cxnChg>
        <pc:cxnChg chg="add mod">
          <ac:chgData name="Tonisha Jeffers" userId="047621a9-cd6e-4f5d-8866-102677a2830c" providerId="ADAL" clId="{1A831B0D-AD6B-4F61-B8D1-9BB5C8D8CE98}" dt="2025-04-01T16:27:01.707" v="1028" actId="208"/>
          <ac:cxnSpMkLst>
            <pc:docMk/>
            <pc:sldMk cId="3813244742" sldId="257"/>
            <ac:cxnSpMk id="347" creationId="{7451409D-94C9-DCF0-735F-5068731F4D87}"/>
          </ac:cxnSpMkLst>
        </pc:cxnChg>
        <pc:cxnChg chg="add mod">
          <ac:chgData name="Tonisha Jeffers" userId="047621a9-cd6e-4f5d-8866-102677a2830c" providerId="ADAL" clId="{1A831B0D-AD6B-4F61-B8D1-9BB5C8D8CE98}" dt="2025-04-02T13:53:03.386" v="1611" actId="1076"/>
          <ac:cxnSpMkLst>
            <pc:docMk/>
            <pc:sldMk cId="3813244742" sldId="257"/>
            <ac:cxnSpMk id="361" creationId="{0EF98EE1-D84D-0B82-2E99-EF35F045A339}"/>
          </ac:cxnSpMkLst>
        </pc:cxnChg>
        <pc:cxnChg chg="add mod">
          <ac:chgData name="Tonisha Jeffers" userId="047621a9-cd6e-4f5d-8866-102677a2830c" providerId="ADAL" clId="{1A831B0D-AD6B-4F61-B8D1-9BB5C8D8CE98}" dt="2025-04-01T16:38:45.897" v="1124" actId="14100"/>
          <ac:cxnSpMkLst>
            <pc:docMk/>
            <pc:sldMk cId="3813244742" sldId="257"/>
            <ac:cxnSpMk id="386" creationId="{D71AE310-92A4-E929-4EC9-DAB7554A9CA4}"/>
          </ac:cxnSpMkLst>
        </pc:cxnChg>
        <pc:cxnChg chg="add del mod">
          <ac:chgData name="Tonisha Jeffers" userId="047621a9-cd6e-4f5d-8866-102677a2830c" providerId="ADAL" clId="{1A831B0D-AD6B-4F61-B8D1-9BB5C8D8CE98}" dt="2025-04-01T16:47:38.284" v="1201" actId="478"/>
          <ac:cxnSpMkLst>
            <pc:docMk/>
            <pc:sldMk cId="3813244742" sldId="257"/>
            <ac:cxnSpMk id="398" creationId="{122C64FC-169A-BC7A-F7BC-E83A42A22835}"/>
          </ac:cxnSpMkLst>
        </pc:cxnChg>
        <pc:cxnChg chg="add mod">
          <ac:chgData name="Tonisha Jeffers" userId="047621a9-cd6e-4f5d-8866-102677a2830c" providerId="ADAL" clId="{1A831B0D-AD6B-4F61-B8D1-9BB5C8D8CE98}" dt="2025-04-02T14:16:24.201" v="1801" actId="1076"/>
          <ac:cxnSpMkLst>
            <pc:docMk/>
            <pc:sldMk cId="3813244742" sldId="257"/>
            <ac:cxnSpMk id="402" creationId="{E5A57E6F-1BC1-9E13-29F8-66A2D7486E57}"/>
          </ac:cxnSpMkLst>
        </pc:cxnChg>
        <pc:cxnChg chg="add del mod">
          <ac:chgData name="Tonisha Jeffers" userId="047621a9-cd6e-4f5d-8866-102677a2830c" providerId="ADAL" clId="{1A831B0D-AD6B-4F61-B8D1-9BB5C8D8CE98}" dt="2025-04-01T16:43:19.151" v="1172" actId="478"/>
          <ac:cxnSpMkLst>
            <pc:docMk/>
            <pc:sldMk cId="3813244742" sldId="257"/>
            <ac:cxnSpMk id="406" creationId="{474BAE85-F954-1E8D-26EC-906A74C5E629}"/>
          </ac:cxnSpMkLst>
        </pc:cxnChg>
        <pc:cxnChg chg="add mod">
          <ac:chgData name="Tonisha Jeffers" userId="047621a9-cd6e-4f5d-8866-102677a2830c" providerId="ADAL" clId="{1A831B0D-AD6B-4F61-B8D1-9BB5C8D8CE98}" dt="2025-04-02T14:16:31.285" v="1803" actId="14100"/>
          <ac:cxnSpMkLst>
            <pc:docMk/>
            <pc:sldMk cId="3813244742" sldId="257"/>
            <ac:cxnSpMk id="408" creationId="{B450C656-D0AC-65FD-18BF-83393BBE19EF}"/>
          </ac:cxnSpMkLst>
        </pc:cxnChg>
        <pc:cxnChg chg="add mod">
          <ac:chgData name="Tonisha Jeffers" userId="047621a9-cd6e-4f5d-8866-102677a2830c" providerId="ADAL" clId="{1A831B0D-AD6B-4F61-B8D1-9BB5C8D8CE98}" dt="2025-04-02T13:26:42.532" v="1392" actId="14100"/>
          <ac:cxnSpMkLst>
            <pc:docMk/>
            <pc:sldMk cId="3813244742" sldId="257"/>
            <ac:cxnSpMk id="419" creationId="{164FF9A5-9777-6BD2-FD4F-4CE35BCA0730}"/>
          </ac:cxnSpMkLst>
        </pc:cxnChg>
        <pc:cxnChg chg="add mod">
          <ac:chgData name="Tonisha Jeffers" userId="047621a9-cd6e-4f5d-8866-102677a2830c" providerId="ADAL" clId="{1A831B0D-AD6B-4F61-B8D1-9BB5C8D8CE98}" dt="2025-04-02T14:00:42.687" v="1670" actId="14100"/>
          <ac:cxnSpMkLst>
            <pc:docMk/>
            <pc:sldMk cId="3813244742" sldId="257"/>
            <ac:cxnSpMk id="449" creationId="{A7F18F4E-435C-4594-12E2-00885AFB9902}"/>
          </ac:cxnSpMkLst>
        </pc:cxnChg>
        <pc:cxnChg chg="add mod">
          <ac:chgData name="Tonisha Jeffers" userId="047621a9-cd6e-4f5d-8866-102677a2830c" providerId="ADAL" clId="{1A831B0D-AD6B-4F61-B8D1-9BB5C8D8CE98}" dt="2025-04-02T13:32:15.087" v="1449" actId="14100"/>
          <ac:cxnSpMkLst>
            <pc:docMk/>
            <pc:sldMk cId="3813244742" sldId="257"/>
            <ac:cxnSpMk id="459" creationId="{A8C63E8A-D1C2-FEA5-8DB9-37C62B1AA115}"/>
          </ac:cxnSpMkLst>
        </pc:cxnChg>
        <pc:cxnChg chg="add mod">
          <ac:chgData name="Tonisha Jeffers" userId="047621a9-cd6e-4f5d-8866-102677a2830c" providerId="ADAL" clId="{1A831B0D-AD6B-4F61-B8D1-9BB5C8D8CE98}" dt="2025-04-02T13:07:04.242" v="1319" actId="1076"/>
          <ac:cxnSpMkLst>
            <pc:docMk/>
            <pc:sldMk cId="3813244742" sldId="257"/>
            <ac:cxnSpMk id="462" creationId="{9311544F-EFC5-AAEC-BB34-A06E50003ED3}"/>
          </ac:cxnSpMkLst>
        </pc:cxnChg>
        <pc:cxnChg chg="add mod">
          <ac:chgData name="Tonisha Jeffers" userId="047621a9-cd6e-4f5d-8866-102677a2830c" providerId="ADAL" clId="{1A831B0D-AD6B-4F61-B8D1-9BB5C8D8CE98}" dt="2025-04-02T13:14:02.042" v="1359" actId="14100"/>
          <ac:cxnSpMkLst>
            <pc:docMk/>
            <pc:sldMk cId="3813244742" sldId="257"/>
            <ac:cxnSpMk id="473" creationId="{ADB05F82-6897-68E3-7924-185193008C19}"/>
          </ac:cxnSpMkLst>
        </pc:cxnChg>
        <pc:cxnChg chg="add mod">
          <ac:chgData name="Tonisha Jeffers" userId="047621a9-cd6e-4f5d-8866-102677a2830c" providerId="ADAL" clId="{1A831B0D-AD6B-4F61-B8D1-9BB5C8D8CE98}" dt="2025-04-02T13:31:24.303" v="1441" actId="208"/>
          <ac:cxnSpMkLst>
            <pc:docMk/>
            <pc:sldMk cId="3813244742" sldId="257"/>
            <ac:cxnSpMk id="495" creationId="{12C60909-9261-B015-E0BE-E17EC3AF1673}"/>
          </ac:cxnSpMkLst>
        </pc:cxnChg>
        <pc:cxnChg chg="add mod">
          <ac:chgData name="Tonisha Jeffers" userId="047621a9-cd6e-4f5d-8866-102677a2830c" providerId="ADAL" clId="{1A831B0D-AD6B-4F61-B8D1-9BB5C8D8CE98}" dt="2025-04-02T13:39:14.678" v="1496" actId="1076"/>
          <ac:cxnSpMkLst>
            <pc:docMk/>
            <pc:sldMk cId="3813244742" sldId="257"/>
            <ac:cxnSpMk id="497" creationId="{B3014C8A-F1D8-4A78-BB88-89298821241E}"/>
          </ac:cxnSpMkLst>
        </pc:cxnChg>
        <pc:cxnChg chg="add mod">
          <ac:chgData name="Tonisha Jeffers" userId="047621a9-cd6e-4f5d-8866-102677a2830c" providerId="ADAL" clId="{1A831B0D-AD6B-4F61-B8D1-9BB5C8D8CE98}" dt="2025-04-02T13:36:38.865" v="1484" actId="14100"/>
          <ac:cxnSpMkLst>
            <pc:docMk/>
            <pc:sldMk cId="3813244742" sldId="257"/>
            <ac:cxnSpMk id="512" creationId="{7FFA0C1F-C5B2-3D21-06A0-58C5EFD4CC3C}"/>
          </ac:cxnSpMkLst>
        </pc:cxnChg>
        <pc:cxnChg chg="add mod">
          <ac:chgData name="Tonisha Jeffers" userId="047621a9-cd6e-4f5d-8866-102677a2830c" providerId="ADAL" clId="{1A831B0D-AD6B-4F61-B8D1-9BB5C8D8CE98}" dt="2025-04-02T13:44:55.236" v="1532" actId="208"/>
          <ac:cxnSpMkLst>
            <pc:docMk/>
            <pc:sldMk cId="3813244742" sldId="257"/>
            <ac:cxnSpMk id="519" creationId="{3981111F-F04F-0D04-B03B-44A9DF638C13}"/>
          </ac:cxnSpMkLst>
        </pc:cxnChg>
        <pc:cxnChg chg="add mod">
          <ac:chgData name="Tonisha Jeffers" userId="047621a9-cd6e-4f5d-8866-102677a2830c" providerId="ADAL" clId="{1A831B0D-AD6B-4F61-B8D1-9BB5C8D8CE98}" dt="2025-04-02T13:51:49.938" v="1595" actId="208"/>
          <ac:cxnSpMkLst>
            <pc:docMk/>
            <pc:sldMk cId="3813244742" sldId="257"/>
            <ac:cxnSpMk id="523" creationId="{E98FEB80-9835-58AF-CCB1-C862E8CCE56F}"/>
          </ac:cxnSpMkLst>
        </pc:cxnChg>
        <pc:cxnChg chg="add mod">
          <ac:chgData name="Tonisha Jeffers" userId="047621a9-cd6e-4f5d-8866-102677a2830c" providerId="ADAL" clId="{1A831B0D-AD6B-4F61-B8D1-9BB5C8D8CE98}" dt="2025-04-02T13:41:47.575" v="1518" actId="208"/>
          <ac:cxnSpMkLst>
            <pc:docMk/>
            <pc:sldMk cId="3813244742" sldId="257"/>
            <ac:cxnSpMk id="526" creationId="{0BCC7993-0813-0498-6D45-4E3FD2050CF3}"/>
          </ac:cxnSpMkLst>
        </pc:cxnChg>
        <pc:cxnChg chg="add mod">
          <ac:chgData name="Tonisha Jeffers" userId="047621a9-cd6e-4f5d-8866-102677a2830c" providerId="ADAL" clId="{1A831B0D-AD6B-4F61-B8D1-9BB5C8D8CE98}" dt="2025-04-02T13:50:37.675" v="1587" actId="208"/>
          <ac:cxnSpMkLst>
            <pc:docMk/>
            <pc:sldMk cId="3813244742" sldId="257"/>
            <ac:cxnSpMk id="539" creationId="{8F45F586-DEB1-DDA2-D427-A3E5B572DDB3}"/>
          </ac:cxnSpMkLst>
        </pc:cxnChg>
        <pc:cxnChg chg="add mod">
          <ac:chgData name="Tonisha Jeffers" userId="047621a9-cd6e-4f5d-8866-102677a2830c" providerId="ADAL" clId="{1A831B0D-AD6B-4F61-B8D1-9BB5C8D8CE98}" dt="2025-04-02T13:58:34.548" v="1662" actId="208"/>
          <ac:cxnSpMkLst>
            <pc:docMk/>
            <pc:sldMk cId="3813244742" sldId="257"/>
            <ac:cxnSpMk id="557" creationId="{2F072F90-E2D5-70F2-F318-7CFD66EF7246}"/>
          </ac:cxnSpMkLst>
        </pc:cxnChg>
        <pc:cxnChg chg="add mod">
          <ac:chgData name="Tonisha Jeffers" userId="047621a9-cd6e-4f5d-8866-102677a2830c" providerId="ADAL" clId="{1A831B0D-AD6B-4F61-B8D1-9BB5C8D8CE98}" dt="2025-04-02T13:58:21.411" v="1659" actId="208"/>
          <ac:cxnSpMkLst>
            <pc:docMk/>
            <pc:sldMk cId="3813244742" sldId="257"/>
            <ac:cxnSpMk id="560" creationId="{B220E42F-0C49-5598-E391-9F9F79C953D3}"/>
          </ac:cxnSpMkLst>
        </pc:cxnChg>
        <pc:cxnChg chg="add del mod">
          <ac:chgData name="Tonisha Jeffers" userId="047621a9-cd6e-4f5d-8866-102677a2830c" providerId="ADAL" clId="{1A831B0D-AD6B-4F61-B8D1-9BB5C8D8CE98}" dt="2025-04-02T13:57:01.415" v="1641" actId="478"/>
          <ac:cxnSpMkLst>
            <pc:docMk/>
            <pc:sldMk cId="3813244742" sldId="257"/>
            <ac:cxnSpMk id="562" creationId="{8C4CA5D2-A0B8-3DF1-6FDA-0E5E8E07E3C7}"/>
          </ac:cxnSpMkLst>
        </pc:cxnChg>
        <pc:cxnChg chg="add mod">
          <ac:chgData name="Tonisha Jeffers" userId="047621a9-cd6e-4f5d-8866-102677a2830c" providerId="ADAL" clId="{1A831B0D-AD6B-4F61-B8D1-9BB5C8D8CE98}" dt="2025-04-02T14:02:23.905" v="1688" actId="208"/>
          <ac:cxnSpMkLst>
            <pc:docMk/>
            <pc:sldMk cId="3813244742" sldId="257"/>
            <ac:cxnSpMk id="579" creationId="{4B6BAF9B-EACE-11B0-6D49-E315815C6019}"/>
          </ac:cxnSpMkLst>
        </pc:cxnChg>
        <pc:cxnChg chg="add mod">
          <ac:chgData name="Tonisha Jeffers" userId="047621a9-cd6e-4f5d-8866-102677a2830c" providerId="ADAL" clId="{1A831B0D-AD6B-4F61-B8D1-9BB5C8D8CE98}" dt="2025-04-02T14:02:15.073" v="1686" actId="208"/>
          <ac:cxnSpMkLst>
            <pc:docMk/>
            <pc:sldMk cId="3813244742" sldId="257"/>
            <ac:cxnSpMk id="582" creationId="{E463767E-8033-C841-3317-7F37DECBA76B}"/>
          </ac:cxnSpMkLst>
        </pc:cxnChg>
        <pc:cxnChg chg="add mod">
          <ac:chgData name="Tonisha Jeffers" userId="047621a9-cd6e-4f5d-8866-102677a2830c" providerId="ADAL" clId="{1A831B0D-AD6B-4F61-B8D1-9BB5C8D8CE98}" dt="2025-04-02T14:05:01.111" v="1702" actId="1076"/>
          <ac:cxnSpMkLst>
            <pc:docMk/>
            <pc:sldMk cId="3813244742" sldId="257"/>
            <ac:cxnSpMk id="584" creationId="{6635CD12-B628-C3DD-A34F-4046553B476E}"/>
          </ac:cxnSpMkLst>
        </pc:cxnChg>
        <pc:cxnChg chg="add mod">
          <ac:chgData name="Tonisha Jeffers" userId="047621a9-cd6e-4f5d-8866-102677a2830c" providerId="ADAL" clId="{1A831B0D-AD6B-4F61-B8D1-9BB5C8D8CE98}" dt="2025-04-02T14:12:36.793" v="1762" actId="208"/>
          <ac:cxnSpMkLst>
            <pc:docMk/>
            <pc:sldMk cId="3813244742" sldId="257"/>
            <ac:cxnSpMk id="601" creationId="{AA9200E0-4B61-11CD-1EBF-56CAE623F85D}"/>
          </ac:cxnSpMkLst>
        </pc:cxnChg>
        <pc:cxnChg chg="add mod">
          <ac:chgData name="Tonisha Jeffers" userId="047621a9-cd6e-4f5d-8866-102677a2830c" providerId="ADAL" clId="{1A831B0D-AD6B-4F61-B8D1-9BB5C8D8CE98}" dt="2025-04-02T14:12:24.783" v="1760" actId="14100"/>
          <ac:cxnSpMkLst>
            <pc:docMk/>
            <pc:sldMk cId="3813244742" sldId="257"/>
            <ac:cxnSpMk id="603" creationId="{8460A4C7-FF9B-12AF-F70D-E98DA7E73C4A}"/>
          </ac:cxnSpMkLst>
        </pc:cxnChg>
        <pc:cxnChg chg="add mod">
          <ac:chgData name="Tonisha Jeffers" userId="047621a9-cd6e-4f5d-8866-102677a2830c" providerId="ADAL" clId="{1A831B0D-AD6B-4F61-B8D1-9BB5C8D8CE98}" dt="2025-04-02T14:12:55.725" v="1767" actId="14100"/>
          <ac:cxnSpMkLst>
            <pc:docMk/>
            <pc:sldMk cId="3813244742" sldId="257"/>
            <ac:cxnSpMk id="605" creationId="{64D4F233-8134-9801-61B3-37F460329AF1}"/>
          </ac:cxnSpMkLst>
        </pc:cxn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31T15:01:29.6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31T15:01:44.6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31T15:02:12.6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DBB7BD-36C3-4BD0-8A3B-3FA4E0B4CDE5}" type="datetimeFigureOut">
              <a:rPr lang="en-US" smtClean="0"/>
              <a:t>3/31/2025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19B91A-2A3A-4C36-9E2C-489FCCDC45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592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19B91A-2A3A-4C36-9E2C-489FCCDC45B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4948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03819-25AC-9BB1-DE1A-F3C58A2460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EF84D5-3252-A984-D46E-DC1557CCB3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056461-9455-F45E-66A6-7F0680ACF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2A07D-BDC2-4DE1-9318-B7BB1DF2D906}" type="datetimeFigureOut">
              <a:rPr lang="en-US" smtClean="0"/>
              <a:t>3/31/2025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2ACE7-0982-72EC-E36F-4024F4CA6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347659-0A19-3302-EA98-32F75E457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04A18-9562-4727-9A7D-D1283D81B2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8280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EB833-9EDE-E410-7405-1E8ED80F9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114DC6-6D1F-19D4-70E9-8F0D7CD05C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EA9E0C-D486-BC5F-AB1B-FFC9F3C71D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2A07D-BDC2-4DE1-9318-B7BB1DF2D906}" type="datetimeFigureOut">
              <a:rPr lang="en-US" smtClean="0"/>
              <a:t>3/31/2025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470767-027E-832C-5E3C-53F9F38AE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594878-515F-D087-FFEF-4FD978CD7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04A18-9562-4727-9A7D-D1283D81B2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3088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7F5D2-7CFB-6BCA-1BC3-468F8D3E5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7A4852-8669-FE50-C548-DB96594AEC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1E4BAD-2C0A-16C0-7DE0-2847403A2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2A07D-BDC2-4DE1-9318-B7BB1DF2D906}" type="datetimeFigureOut">
              <a:rPr lang="en-US" smtClean="0"/>
              <a:t>3/31/2025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20247C-075C-EC0F-DC30-20FEE98CA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D6E89A-731E-AC61-C865-2C32C610F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04A18-9562-4727-9A7D-D1283D81B2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4104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1DBE6-753A-63B0-CA15-7A8D146C9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EC1CB-0071-4EE4-8593-816A67607E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5D7D45-DD94-EC8B-1788-D909A8A51A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8D1E83-024E-C82F-9CC7-2B59720E9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2A07D-BDC2-4DE1-9318-B7BB1DF2D906}" type="datetimeFigureOut">
              <a:rPr lang="en-US" smtClean="0"/>
              <a:t>3/31/2025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786EF2-E557-0BBA-126E-BD037D133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C4E0D8-EAF4-1591-4C08-617C035A3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04A18-9562-4727-9A7D-D1283D81B2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458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C112D-7624-E596-1064-B2A578983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2A072F-2859-6053-5E6F-D75409B457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2FF005-C7BA-A272-825C-F3AF430309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9E007D-116A-B9B4-9084-5A612E47B0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A4C826-D149-E072-E128-F34163C80C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8E5C8A-C5B8-C0BF-089D-C54564F00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2A07D-BDC2-4DE1-9318-B7BB1DF2D906}" type="datetimeFigureOut">
              <a:rPr lang="en-US" smtClean="0"/>
              <a:t>3/31/2025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DA357E-68E7-6BC4-5CCD-D89A8345D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731A9D-8CDD-D161-4999-6DCDEB281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04A18-9562-4727-9A7D-D1283D81B2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313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EB33C-C678-4C63-9E80-945E3F969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49D899-D6BF-A01B-C002-EDF804FA7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2A07D-BDC2-4DE1-9318-B7BB1DF2D906}" type="datetimeFigureOut">
              <a:rPr lang="en-US" smtClean="0"/>
              <a:t>3/31/2025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66C839-D746-A73E-4CEB-06EDA8CF5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8CA5CE-2B0F-FC9A-53B0-165D59CF5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04A18-9562-4727-9A7D-D1283D81B2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606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2F5D60-D464-9B33-08EB-417B18281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2A07D-BDC2-4DE1-9318-B7BB1DF2D906}" type="datetimeFigureOut">
              <a:rPr lang="en-US" smtClean="0"/>
              <a:t>3/31/2025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6A5EBA-EE79-9D76-EBCD-EC85C5561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285891-6E0F-BFF2-5621-A821E83D6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04A18-9562-4727-9A7D-D1283D81B2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126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839E9-6642-89F4-C592-BA5E738FE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65457D-9FFE-D894-19D4-47F8A3F9A8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AE9F27-BA21-85F3-33BB-ACB54A5686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782EBD-0E8C-3F44-EF67-3BF4F766F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2A07D-BDC2-4DE1-9318-B7BB1DF2D906}" type="datetimeFigureOut">
              <a:rPr lang="en-US" smtClean="0"/>
              <a:t>3/31/2025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A2FC1F-22B1-4889-EDAD-D1EFD34F2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057819-4701-D9A4-89CF-4CDF2DBA7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04A18-9562-4727-9A7D-D1283D81B2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3176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8D0F6-8285-81ED-5028-CCB5284B6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A08C3D-537A-655C-1031-B92AA4EF88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8E43F4-EB55-64B4-F576-421382031B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85FBD5-2528-2E02-8870-5424B16EA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2A07D-BDC2-4DE1-9318-B7BB1DF2D906}" type="datetimeFigureOut">
              <a:rPr lang="en-US" smtClean="0"/>
              <a:t>3/31/2025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EB2DCE-2BC0-7D09-4615-E98235243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694C4D-9BDE-B404-0671-43D858447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04A18-9562-4727-9A7D-D1283D81B2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8033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2A58D-F3EA-A074-1C0C-D59246D82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2AC698-CAA4-DD7E-E0ED-3FBCEAB191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E51343-197A-C14F-DF2C-908B3E9FA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2A07D-BDC2-4DE1-9318-B7BB1DF2D906}" type="datetimeFigureOut">
              <a:rPr lang="en-US" smtClean="0"/>
              <a:t>3/31/2025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3B9D6A-FC57-FCC0-4212-4D4891E1C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F5A7D7-47EB-2A2B-C47D-B4660F1F8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04A18-9562-4727-9A7D-D1283D81B2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886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4C1127-640E-6B86-BC60-459B094F94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4655CC-6DB7-A17A-5B40-C168EDF51D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D14821-0D28-8F32-EBBC-DB7DC3A38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2A07D-BDC2-4DE1-9318-B7BB1DF2D906}" type="datetimeFigureOut">
              <a:rPr lang="en-US" smtClean="0"/>
              <a:t>3/31/2025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56F54F-216D-EE7D-340D-682BE1E7D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5A66C6-835F-AD29-E8E0-5B44F77D2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04A18-9562-4727-9A7D-D1283D81B2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7398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AE4307-27F1-AC70-FFF2-9C151C5C6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09428C-89B8-F5C1-C11E-11D9AE6537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B8F898-4DC6-E6C9-F435-0D18C49877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62A07D-BDC2-4DE1-9318-B7BB1DF2D906}" type="datetimeFigureOut">
              <a:rPr lang="en-US" smtClean="0"/>
              <a:t>3/31/2025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8883EB-E30E-C137-5D6D-B9A4796911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BCA3F7-F145-5111-EFAF-9B1568FB2A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C04A18-9562-4727-9A7D-D1283D81B2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3225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.png"/><Relationship Id="rId7" Type="http://schemas.openxmlformats.org/officeDocument/2006/relationships/customXml" Target="../ink/ink3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.xml"/><Relationship Id="rId5" Type="http://schemas.openxmlformats.org/officeDocument/2006/relationships/image" Target="../media/image2.png"/><Relationship Id="rId4" Type="http://schemas.openxmlformats.org/officeDocument/2006/relationships/customXml" Target="../ink/ink1.xml"/><Relationship Id="rId9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77B93-6B4E-2E76-FFD0-C9A45797FE6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Network Design Lackawanna College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87C0DF-80F3-E4E5-D086-31BB783CEF0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Tonisha Jeffers </a:t>
            </a:r>
          </a:p>
        </p:txBody>
      </p:sp>
    </p:spTree>
    <p:extLst>
      <p:ext uri="{BB962C8B-B14F-4D97-AF65-F5344CB8AC3E}">
        <p14:creationId xmlns:p14="http://schemas.microsoft.com/office/powerpoint/2010/main" val="19379129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7" descr="C:\Users\ecoffey\AppData\Local\Temp\Rar$DRa0.608\30080_Device_switch_unreachable_64.png">
            <a:extLst>
              <a:ext uri="{FF2B5EF4-FFF2-40B4-BE49-F238E27FC236}">
                <a16:creationId xmlns:a16="http://schemas.microsoft.com/office/drawing/2014/main" id="{3BCF3932-0F91-D6A1-642B-4588E30755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rgbClr val="69C4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8967" y="3035033"/>
            <a:ext cx="628649" cy="628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4BCE2C8-7CE6-455F-E734-E335E20A08A0}"/>
              </a:ext>
            </a:extLst>
          </p:cNvPr>
          <p:cNvSpPr txBox="1"/>
          <p:nvPr/>
        </p:nvSpPr>
        <p:spPr>
          <a:xfrm>
            <a:off x="5390005" y="2846667"/>
            <a:ext cx="1002506" cy="26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sz="1000" kern="100" baseline="30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10.1.31.104</a:t>
            </a:r>
            <a:endParaRPr lang="en-US" sz="1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695E4A-50E8-9B11-A48F-8DB792E1627E}"/>
              </a:ext>
            </a:extLst>
          </p:cNvPr>
          <p:cNvSpPr txBox="1"/>
          <p:nvPr/>
        </p:nvSpPr>
        <p:spPr>
          <a:xfrm rot="10800000" flipV="1">
            <a:off x="4293291" y="4908836"/>
            <a:ext cx="628650" cy="243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900" kern="100" baseline="30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SU-MDF-01</a:t>
            </a:r>
            <a:endParaRPr lang="en-US" sz="9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619A14-24FC-47E1-387C-DEAB5D4C6E4D}"/>
              </a:ext>
            </a:extLst>
          </p:cNvPr>
          <p:cNvSpPr txBox="1"/>
          <p:nvPr/>
        </p:nvSpPr>
        <p:spPr>
          <a:xfrm>
            <a:off x="4293290" y="5011389"/>
            <a:ext cx="628649" cy="26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1000" kern="100" baseline="30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10.1.31.201</a:t>
            </a:r>
            <a:endParaRPr lang="en-US" sz="1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4933C12-2A41-A1E9-153A-740449B7F7F9}"/>
              </a:ext>
            </a:extLst>
          </p:cNvPr>
          <p:cNvSpPr txBox="1"/>
          <p:nvPr/>
        </p:nvSpPr>
        <p:spPr>
          <a:xfrm>
            <a:off x="6738700" y="3942271"/>
            <a:ext cx="4322113" cy="26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1000" kern="100" baseline="30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ANG-IDF-1E</a:t>
            </a:r>
            <a:endParaRPr lang="en-US" sz="1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D8E519-A0F9-510C-18E5-3323A46E7F29}"/>
              </a:ext>
            </a:extLst>
          </p:cNvPr>
          <p:cNvSpPr txBox="1"/>
          <p:nvPr/>
        </p:nvSpPr>
        <p:spPr>
          <a:xfrm>
            <a:off x="6738700" y="4044977"/>
            <a:ext cx="6096000" cy="26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1000" kern="100" baseline="30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10.1.31.199</a:t>
            </a:r>
            <a:endParaRPr lang="en-US" sz="1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4B8B84A-460D-32AE-D859-D2A6B2370224}"/>
              </a:ext>
            </a:extLst>
          </p:cNvPr>
          <p:cNvSpPr txBox="1"/>
          <p:nvPr/>
        </p:nvSpPr>
        <p:spPr>
          <a:xfrm>
            <a:off x="5369719" y="2960162"/>
            <a:ext cx="6300786" cy="26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1000" kern="100" baseline="30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ANG-MDF-218</a:t>
            </a:r>
            <a:endParaRPr lang="en-US" sz="1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682D19E-9550-A53D-E59A-BD518D4EF7F0}"/>
              </a:ext>
            </a:extLst>
          </p:cNvPr>
          <p:cNvSpPr txBox="1"/>
          <p:nvPr/>
        </p:nvSpPr>
        <p:spPr>
          <a:xfrm>
            <a:off x="6425582" y="5749831"/>
            <a:ext cx="6386512" cy="26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1000" kern="100" baseline="30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ANG-IDF-2E</a:t>
            </a:r>
            <a:endParaRPr lang="en-US" sz="1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413EDEA-64AC-4A41-A0A2-708E89A562EA}"/>
              </a:ext>
            </a:extLst>
          </p:cNvPr>
          <p:cNvSpPr txBox="1"/>
          <p:nvPr/>
        </p:nvSpPr>
        <p:spPr>
          <a:xfrm>
            <a:off x="6436255" y="5840672"/>
            <a:ext cx="6534150" cy="26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1000" kern="100" baseline="30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10.1.31.139</a:t>
            </a:r>
            <a:endParaRPr lang="en-US" sz="1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AC57C3F-7058-1B62-784D-6C29012BE4B1}"/>
              </a:ext>
            </a:extLst>
          </p:cNvPr>
          <p:cNvSpPr txBox="1"/>
          <p:nvPr/>
        </p:nvSpPr>
        <p:spPr>
          <a:xfrm>
            <a:off x="5355047" y="3797727"/>
            <a:ext cx="850824" cy="26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1000" kern="100" baseline="30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ANG-IDF-219A</a:t>
            </a:r>
            <a:endParaRPr lang="en-US" sz="1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7E00752-87A6-FC27-6DEF-532AE916113A}"/>
              </a:ext>
            </a:extLst>
          </p:cNvPr>
          <p:cNvSpPr txBox="1"/>
          <p:nvPr/>
        </p:nvSpPr>
        <p:spPr>
          <a:xfrm>
            <a:off x="5556893" y="2051051"/>
            <a:ext cx="868689" cy="26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900" kern="100" baseline="30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LC-4500X-Core</a:t>
            </a:r>
            <a:r>
              <a:rPr lang="en-US" sz="1000" kern="100" baseline="30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endParaRPr lang="en-US" sz="1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0341E43-2AE0-1402-B9FF-928BC82B9DEB}"/>
              </a:ext>
            </a:extLst>
          </p:cNvPr>
          <p:cNvSpPr txBox="1"/>
          <p:nvPr/>
        </p:nvSpPr>
        <p:spPr>
          <a:xfrm>
            <a:off x="5437844" y="4533095"/>
            <a:ext cx="609676" cy="26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1000" kern="100" baseline="30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10.1.31.41</a:t>
            </a:r>
            <a:endParaRPr lang="en-US" sz="1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04F5DA5-2686-9186-9A53-A0A45E70233C}"/>
              </a:ext>
            </a:extLst>
          </p:cNvPr>
          <p:cNvSpPr txBox="1"/>
          <p:nvPr/>
        </p:nvSpPr>
        <p:spPr>
          <a:xfrm>
            <a:off x="5393577" y="5276001"/>
            <a:ext cx="691231" cy="26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1000" kern="100" baseline="30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10.1.31.40</a:t>
            </a:r>
            <a:endParaRPr lang="en-US" sz="1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94C0ACA1-5D3B-83F4-31C5-22870D99B51E}"/>
                  </a:ext>
                </a:extLst>
              </p14:cNvPr>
              <p14:cNvContentPartPr/>
              <p14:nvPr/>
            </p14:nvContentPartPr>
            <p14:xfrm>
              <a:off x="3123825" y="2238150"/>
              <a:ext cx="360" cy="36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94C0ACA1-5D3B-83F4-31C5-22870D99B51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117705" y="223203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91388826-4329-9B47-2E5A-B6F85F175D29}"/>
                  </a:ext>
                </a:extLst>
              </p14:cNvPr>
              <p14:cNvContentPartPr/>
              <p14:nvPr/>
            </p14:nvContentPartPr>
            <p14:xfrm>
              <a:off x="2742945" y="1733430"/>
              <a:ext cx="360" cy="36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91388826-4329-9B47-2E5A-B6F85F175D2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36825" y="172731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ADA733CB-73F0-691C-91DE-CAB52C149AEF}"/>
                  </a:ext>
                </a:extLst>
              </p14:cNvPr>
              <p14:cNvContentPartPr/>
              <p14:nvPr/>
            </p14:nvContentPartPr>
            <p14:xfrm>
              <a:off x="3381225" y="2695350"/>
              <a:ext cx="360" cy="36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ADA733CB-73F0-691C-91DE-CAB52C149AE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375105" y="2689230"/>
                <a:ext cx="12600" cy="12600"/>
              </a:xfrm>
              <a:prstGeom prst="rect">
                <a:avLst/>
              </a:prstGeom>
            </p:spPr>
          </p:pic>
        </mc:Fallback>
      </mc:AlternateContent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2CD22978-3056-9477-10F4-1CEB32CB1C9F}"/>
              </a:ext>
            </a:extLst>
          </p:cNvPr>
          <p:cNvCxnSpPr>
            <a:cxnSpLocks/>
          </p:cNvCxnSpPr>
          <p:nvPr/>
        </p:nvCxnSpPr>
        <p:spPr>
          <a:xfrm>
            <a:off x="5739193" y="3579135"/>
            <a:ext cx="12974" cy="58138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1BF37E6-D6D2-D2EE-0434-4BA6D1A2A80B}"/>
              </a:ext>
            </a:extLst>
          </p:cNvPr>
          <p:cNvCxnSpPr>
            <a:cxnSpLocks/>
            <a:stCxn id="75" idx="3"/>
            <a:endCxn id="79" idx="1"/>
          </p:cNvCxnSpPr>
          <p:nvPr/>
        </p:nvCxnSpPr>
        <p:spPr>
          <a:xfrm flipV="1">
            <a:off x="4726852" y="4200974"/>
            <a:ext cx="953350" cy="621177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1E824FA4-23C7-9D1D-3D3C-C4D4BBF271F1}"/>
              </a:ext>
            </a:extLst>
          </p:cNvPr>
          <p:cNvCxnSpPr>
            <a:cxnSpLocks/>
            <a:stCxn id="81" idx="2"/>
            <a:endCxn id="86" idx="0"/>
          </p:cNvCxnSpPr>
          <p:nvPr/>
        </p:nvCxnSpPr>
        <p:spPr>
          <a:xfrm flipH="1">
            <a:off x="6853727" y="4418180"/>
            <a:ext cx="219396" cy="11933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945A941B-32D2-FAF4-3A7E-E215BDBC1806}"/>
              </a:ext>
            </a:extLst>
          </p:cNvPr>
          <p:cNvCxnSpPr>
            <a:cxnSpLocks/>
            <a:stCxn id="2" idx="3"/>
            <a:endCxn id="81" idx="2"/>
          </p:cNvCxnSpPr>
          <p:nvPr/>
        </p:nvCxnSpPr>
        <p:spPr>
          <a:xfrm>
            <a:off x="6037616" y="3349358"/>
            <a:ext cx="1035507" cy="106882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F34A9273-C790-F2B3-0D1F-2346AA2FBE25}"/>
              </a:ext>
            </a:extLst>
          </p:cNvPr>
          <p:cNvCxnSpPr>
            <a:cxnSpLocks/>
          </p:cNvCxnSpPr>
          <p:nvPr/>
        </p:nvCxnSpPr>
        <p:spPr>
          <a:xfrm>
            <a:off x="5771642" y="4293689"/>
            <a:ext cx="0" cy="44128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DF29CC18-6499-89E9-0ACB-21E5774592D0}"/>
              </a:ext>
            </a:extLst>
          </p:cNvPr>
          <p:cNvCxnSpPr>
            <a:cxnSpLocks/>
            <a:stCxn id="77" idx="2"/>
          </p:cNvCxnSpPr>
          <p:nvPr/>
        </p:nvCxnSpPr>
        <p:spPr>
          <a:xfrm flipH="1">
            <a:off x="5745680" y="4913591"/>
            <a:ext cx="6487" cy="54132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5" name="Picture 25" descr="C:\Users\ecoffey\AppData\Local\Temp\Rar$DRa0.608\30080_Device_switch_unreachable_24.png">
            <a:extLst>
              <a:ext uri="{FF2B5EF4-FFF2-40B4-BE49-F238E27FC236}">
                <a16:creationId xmlns:a16="http://schemas.microsoft.com/office/drawing/2014/main" id="{565864BC-F8AC-4E92-2D42-70D2D2CA85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duotone>
              <a:prstClr val="black"/>
              <a:srgbClr val="69C4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3972" y="4730711"/>
            <a:ext cx="182880" cy="182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6" name="Picture 25" descr="C:\Users\ecoffey\AppData\Local\Temp\Rar$DRa0.608\30080_Device_switch_unreachable_24.png">
            <a:extLst>
              <a:ext uri="{FF2B5EF4-FFF2-40B4-BE49-F238E27FC236}">
                <a16:creationId xmlns:a16="http://schemas.microsoft.com/office/drawing/2014/main" id="{6C3954CB-B23E-06EC-A166-04CB0AE844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duotone>
              <a:prstClr val="black"/>
              <a:srgbClr val="69C4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4240" y="5428625"/>
            <a:ext cx="182880" cy="182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7" name="Picture 25" descr="C:\Users\ecoffey\AppData\Local\Temp\Rar$DRa0.608\30080_Device_switch_unreachable_24.png">
            <a:extLst>
              <a:ext uri="{FF2B5EF4-FFF2-40B4-BE49-F238E27FC236}">
                <a16:creationId xmlns:a16="http://schemas.microsoft.com/office/drawing/2014/main" id="{740B770B-453A-FA05-EB99-13B42E5668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duotone>
              <a:prstClr val="black"/>
              <a:srgbClr val="69C4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0727" y="4730711"/>
            <a:ext cx="182880" cy="182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9" name="Picture 25" descr="C:\Users\ecoffey\AppData\Local\Temp\Rar$DRa0.608\30080_Device_switch_unreachable_24.png">
            <a:extLst>
              <a:ext uri="{FF2B5EF4-FFF2-40B4-BE49-F238E27FC236}">
                <a16:creationId xmlns:a16="http://schemas.microsoft.com/office/drawing/2014/main" id="{8A672E37-1E5B-6F4B-801C-9960C8C793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duotone>
              <a:prstClr val="black"/>
              <a:srgbClr val="69C4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0202" y="4109534"/>
            <a:ext cx="182880" cy="182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" name="Picture 25" descr="C:\Users\ecoffey\AppData\Local\Temp\Rar$DRa0.608\30080_Device_switch_unreachable_24.png">
            <a:extLst>
              <a:ext uri="{FF2B5EF4-FFF2-40B4-BE49-F238E27FC236}">
                <a16:creationId xmlns:a16="http://schemas.microsoft.com/office/drawing/2014/main" id="{C77F6534-25B0-C4CF-BDF9-058999520E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duotone>
              <a:prstClr val="black"/>
              <a:srgbClr val="69C4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1683" y="4235300"/>
            <a:ext cx="182880" cy="182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6" name="Picture 25" descr="C:\Users\ecoffey\AppData\Local\Temp\Rar$DRa0.608\30080_Device_switch_unreachable_24.png">
            <a:extLst>
              <a:ext uri="{FF2B5EF4-FFF2-40B4-BE49-F238E27FC236}">
                <a16:creationId xmlns:a16="http://schemas.microsoft.com/office/drawing/2014/main" id="{EC1DA79A-CA93-6353-B831-7A7F9201CA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duotone>
              <a:prstClr val="black"/>
              <a:srgbClr val="69C4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2287" y="5611505"/>
            <a:ext cx="182880" cy="182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7" name="Picture 25" descr="C:\Users\ecoffey\AppData\Local\Temp\Rar$DRa0.608\30080_Device_switch_unreachable_24.png">
            <a:extLst>
              <a:ext uri="{FF2B5EF4-FFF2-40B4-BE49-F238E27FC236}">
                <a16:creationId xmlns:a16="http://schemas.microsoft.com/office/drawing/2014/main" id="{6B677C7E-C2A9-4B7B-5C8F-151EFF7F05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duotone>
              <a:prstClr val="black"/>
              <a:srgbClr val="69C4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4736" y="2263400"/>
            <a:ext cx="182880" cy="182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8" name="Picture 25" descr="C:\Users\ecoffey\AppData\Local\Temp\Rar$DRa0.608\30080_Device_switch_unreachable_24.png">
            <a:extLst>
              <a:ext uri="{FF2B5EF4-FFF2-40B4-BE49-F238E27FC236}">
                <a16:creationId xmlns:a16="http://schemas.microsoft.com/office/drawing/2014/main" id="{36A693B7-AAAC-63FE-1D2C-382EC050C5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duotone>
              <a:prstClr val="black"/>
              <a:srgbClr val="69C4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0872" y="2319106"/>
            <a:ext cx="182880" cy="182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0" name="TextBox 89">
            <a:extLst>
              <a:ext uri="{FF2B5EF4-FFF2-40B4-BE49-F238E27FC236}">
                <a16:creationId xmlns:a16="http://schemas.microsoft.com/office/drawing/2014/main" id="{33A22C89-3AEA-7215-CD53-50D710BD2CA8}"/>
              </a:ext>
            </a:extLst>
          </p:cNvPr>
          <p:cNvSpPr txBox="1"/>
          <p:nvPr/>
        </p:nvSpPr>
        <p:spPr>
          <a:xfrm>
            <a:off x="5392896" y="3913875"/>
            <a:ext cx="577818" cy="26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1000" kern="100" baseline="30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10.1.31.18</a:t>
            </a:r>
            <a:endParaRPr lang="en-US" sz="1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8BD51D63-341C-0FF8-AAB0-CEF6A75D2372}"/>
              </a:ext>
            </a:extLst>
          </p:cNvPr>
          <p:cNvSpPr txBox="1"/>
          <p:nvPr/>
        </p:nvSpPr>
        <p:spPr>
          <a:xfrm>
            <a:off x="6107885" y="2026077"/>
            <a:ext cx="770169" cy="26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900" kern="100" baseline="30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LC-4500X-Core</a:t>
            </a:r>
            <a:r>
              <a:rPr lang="en-US" sz="1000" kern="100" baseline="30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endParaRPr lang="en-US" sz="1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73F98CDE-8319-46B5-3715-76CFE553839C}"/>
              </a:ext>
            </a:extLst>
          </p:cNvPr>
          <p:cNvSpPr txBox="1"/>
          <p:nvPr/>
        </p:nvSpPr>
        <p:spPr>
          <a:xfrm>
            <a:off x="6197686" y="2134016"/>
            <a:ext cx="578178" cy="243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900" kern="100" baseline="30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10.1.20.1</a:t>
            </a:r>
            <a:endParaRPr lang="en-US" sz="9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984746F8-071B-10B6-8AF4-6F4C63A107EA}"/>
              </a:ext>
            </a:extLst>
          </p:cNvPr>
          <p:cNvSpPr txBox="1"/>
          <p:nvPr/>
        </p:nvSpPr>
        <p:spPr>
          <a:xfrm>
            <a:off x="5674548" y="2143488"/>
            <a:ext cx="62864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kern="100" baseline="30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10.1.20.1</a:t>
            </a:r>
            <a:endParaRPr lang="en-US" sz="900" dirty="0"/>
          </a:p>
        </p:txBody>
      </p:sp>
      <p:pic>
        <p:nvPicPr>
          <p:cNvPr id="118" name="Picture 25" descr="C:\Users\ecoffey\AppData\Local\Temp\Rar$DRa0.608\30080_Device_switch_unreachable_24.png">
            <a:extLst>
              <a:ext uri="{FF2B5EF4-FFF2-40B4-BE49-F238E27FC236}">
                <a16:creationId xmlns:a16="http://schemas.microsoft.com/office/drawing/2014/main" id="{34CA1632-C3F0-0D83-8327-01770609A7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duotone>
              <a:prstClr val="black"/>
              <a:srgbClr val="69C4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7753" y="2906187"/>
            <a:ext cx="182880" cy="182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9" name="Picture 25" descr="C:\Users\ecoffey\AppData\Local\Temp\Rar$DRa0.608\30080_Device_switch_unreachable_24.png">
            <a:extLst>
              <a:ext uri="{FF2B5EF4-FFF2-40B4-BE49-F238E27FC236}">
                <a16:creationId xmlns:a16="http://schemas.microsoft.com/office/drawing/2014/main" id="{D6F3E55B-0EBC-7316-3993-32277D4DBC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duotone>
              <a:prstClr val="black"/>
              <a:srgbClr val="69C4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9657" y="3749465"/>
            <a:ext cx="182880" cy="182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0" name="Picture 25" descr="C:\Users\ecoffey\AppData\Local\Temp\Rar$DRa0.608\30080_Device_switch_unreachable_24.png">
            <a:extLst>
              <a:ext uri="{FF2B5EF4-FFF2-40B4-BE49-F238E27FC236}">
                <a16:creationId xmlns:a16="http://schemas.microsoft.com/office/drawing/2014/main" id="{40237EE9-7E8D-C0B6-7C6F-9AA6AEEDA1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duotone>
              <a:prstClr val="black"/>
              <a:srgbClr val="69C4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4396" y="3843874"/>
            <a:ext cx="182880" cy="182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6" name="TextBox 125">
            <a:extLst>
              <a:ext uri="{FF2B5EF4-FFF2-40B4-BE49-F238E27FC236}">
                <a16:creationId xmlns:a16="http://schemas.microsoft.com/office/drawing/2014/main" id="{DDD95DD8-C68E-8F76-A902-6558CFC99AC3}"/>
              </a:ext>
            </a:extLst>
          </p:cNvPr>
          <p:cNvSpPr txBox="1"/>
          <p:nvPr/>
        </p:nvSpPr>
        <p:spPr>
          <a:xfrm>
            <a:off x="7464127" y="3620129"/>
            <a:ext cx="628289" cy="243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900" kern="100" baseline="30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HH-9200-01</a:t>
            </a:r>
            <a:endParaRPr lang="en-US" sz="9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74794657-B24D-B538-A35F-45575164C5CD}"/>
              </a:ext>
            </a:extLst>
          </p:cNvPr>
          <p:cNvSpPr txBox="1"/>
          <p:nvPr/>
        </p:nvSpPr>
        <p:spPr>
          <a:xfrm>
            <a:off x="7474819" y="3710289"/>
            <a:ext cx="628649" cy="243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900" kern="100" baseline="30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10.1.31.124</a:t>
            </a:r>
            <a:endParaRPr lang="en-US" sz="9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A8B25B41-92FF-0C5A-1737-A82D8124E991}"/>
              </a:ext>
            </a:extLst>
          </p:cNvPr>
          <p:cNvCxnSpPr>
            <a:cxnSpLocks/>
            <a:stCxn id="2" idx="3"/>
          </p:cNvCxnSpPr>
          <p:nvPr/>
        </p:nvCxnSpPr>
        <p:spPr>
          <a:xfrm>
            <a:off x="6037616" y="3349358"/>
            <a:ext cx="1635742" cy="5476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00209313-0F4C-741E-5AFE-013FDAD99AFC}"/>
              </a:ext>
            </a:extLst>
          </p:cNvPr>
          <p:cNvCxnSpPr>
            <a:endCxn id="119" idx="3"/>
          </p:cNvCxnSpPr>
          <p:nvPr/>
        </p:nvCxnSpPr>
        <p:spPr>
          <a:xfrm flipH="1">
            <a:off x="5042537" y="3514247"/>
            <a:ext cx="408349" cy="32665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TextBox 138">
            <a:extLst>
              <a:ext uri="{FF2B5EF4-FFF2-40B4-BE49-F238E27FC236}">
                <a16:creationId xmlns:a16="http://schemas.microsoft.com/office/drawing/2014/main" id="{E26808A4-FCF4-14EE-8BFA-AA979C6CAF64}"/>
              </a:ext>
            </a:extLst>
          </p:cNvPr>
          <p:cNvSpPr txBox="1"/>
          <p:nvPr/>
        </p:nvSpPr>
        <p:spPr>
          <a:xfrm>
            <a:off x="4607533" y="3991874"/>
            <a:ext cx="628649" cy="26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1000" kern="100" baseline="30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10.1.31.133</a:t>
            </a:r>
            <a:endParaRPr lang="en-US" sz="1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CCA792F7-65CD-2143-4BEB-B997E0506129}"/>
              </a:ext>
            </a:extLst>
          </p:cNvPr>
          <p:cNvSpPr txBox="1"/>
          <p:nvPr/>
        </p:nvSpPr>
        <p:spPr>
          <a:xfrm>
            <a:off x="4637254" y="3919312"/>
            <a:ext cx="725921" cy="243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900" kern="100" baseline="30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MCH-9200-01</a:t>
            </a:r>
            <a:endParaRPr lang="en-US" sz="9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4E0FC7BD-CCC6-162B-793C-7AF87BA9F249}"/>
              </a:ext>
            </a:extLst>
          </p:cNvPr>
          <p:cNvSpPr txBox="1"/>
          <p:nvPr/>
        </p:nvSpPr>
        <p:spPr>
          <a:xfrm>
            <a:off x="5389121" y="4421597"/>
            <a:ext cx="849746" cy="26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1000" kern="100" baseline="30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ANG-IDF-219B</a:t>
            </a:r>
            <a:endParaRPr lang="en-US" sz="1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47" name="Picture 25" descr="C:\Users\ecoffey\AppData\Local\Temp\Rar$DRa0.608\30080_Device_switch_unreachable_24.png">
            <a:extLst>
              <a:ext uri="{FF2B5EF4-FFF2-40B4-BE49-F238E27FC236}">
                <a16:creationId xmlns:a16="http://schemas.microsoft.com/office/drawing/2014/main" id="{E5914750-6BD6-26F6-E204-4D2034DBD9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duotone>
              <a:prstClr val="black"/>
              <a:srgbClr val="69C4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1186" y="2971074"/>
            <a:ext cx="182880" cy="182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8" name="Picture 25" descr="C:\Users\ecoffey\AppData\Local\Temp\Rar$DRa0.608\30080_Device_switch_unreachable_24.png">
            <a:extLst>
              <a:ext uri="{FF2B5EF4-FFF2-40B4-BE49-F238E27FC236}">
                <a16:creationId xmlns:a16="http://schemas.microsoft.com/office/drawing/2014/main" id="{0492121E-9086-6D7C-C584-30E7EE5A75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duotone>
              <a:prstClr val="black"/>
              <a:srgbClr val="69C4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1635" y="3090724"/>
            <a:ext cx="182880" cy="182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9" name="Picture 25" descr="C:\Users\ecoffey\AppData\Local\Temp\Rar$DRa0.608\30080_Device_switch_unreachable_24.png">
            <a:extLst>
              <a:ext uri="{FF2B5EF4-FFF2-40B4-BE49-F238E27FC236}">
                <a16:creationId xmlns:a16="http://schemas.microsoft.com/office/drawing/2014/main" id="{521289CF-0A6C-CC0C-A1D0-0A201F394F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duotone>
              <a:prstClr val="black"/>
              <a:srgbClr val="69C4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5820" y="2892968"/>
            <a:ext cx="182880" cy="182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0" name="Picture 25" descr="C:\Users\ecoffey\AppData\Local\Temp\Rar$DRa0.608\30080_Device_switch_unreachable_24.png">
            <a:extLst>
              <a:ext uri="{FF2B5EF4-FFF2-40B4-BE49-F238E27FC236}">
                <a16:creationId xmlns:a16="http://schemas.microsoft.com/office/drawing/2014/main" id="{6C603CE6-085D-4E4C-8C3C-D8DAD6C222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duotone>
              <a:prstClr val="black"/>
              <a:srgbClr val="69C4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8281" y="3185411"/>
            <a:ext cx="182880" cy="182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1" name="Picture 25" descr="C:\Users\ecoffey\AppData\Local\Temp\Rar$DRa0.608\30080_Device_switch_unreachable_24.png">
            <a:extLst>
              <a:ext uri="{FF2B5EF4-FFF2-40B4-BE49-F238E27FC236}">
                <a16:creationId xmlns:a16="http://schemas.microsoft.com/office/drawing/2014/main" id="{F2FEF3FA-3D03-25B7-6308-2D72A11490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duotone>
              <a:prstClr val="black"/>
              <a:srgbClr val="69C4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4768" y="2603405"/>
            <a:ext cx="182880" cy="182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3" name="TextBox 152">
            <a:extLst>
              <a:ext uri="{FF2B5EF4-FFF2-40B4-BE49-F238E27FC236}">
                <a16:creationId xmlns:a16="http://schemas.microsoft.com/office/drawing/2014/main" id="{A094183D-8B8C-1962-9EE0-6A1617B205BA}"/>
              </a:ext>
            </a:extLst>
          </p:cNvPr>
          <p:cNvSpPr txBox="1"/>
          <p:nvPr/>
        </p:nvSpPr>
        <p:spPr>
          <a:xfrm>
            <a:off x="4676203" y="2603405"/>
            <a:ext cx="826383" cy="26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1000" kern="100" baseline="30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ANG-IDF-2W</a:t>
            </a:r>
            <a:endParaRPr lang="en-US" sz="1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CB9AC21B-D642-9488-AD10-D474D3277202}"/>
              </a:ext>
            </a:extLst>
          </p:cNvPr>
          <p:cNvSpPr txBox="1"/>
          <p:nvPr/>
        </p:nvSpPr>
        <p:spPr>
          <a:xfrm>
            <a:off x="3944583" y="2363942"/>
            <a:ext cx="706871" cy="26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1000" kern="100" baseline="30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ANG-IDF-1W</a:t>
            </a:r>
            <a:endParaRPr lang="en-US" sz="1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14108D3E-F7B2-101B-6968-74308691799E}"/>
              </a:ext>
            </a:extLst>
          </p:cNvPr>
          <p:cNvCxnSpPr>
            <a:cxnSpLocks/>
            <a:stCxn id="118" idx="3"/>
            <a:endCxn id="2" idx="1"/>
          </p:cNvCxnSpPr>
          <p:nvPr/>
        </p:nvCxnSpPr>
        <p:spPr>
          <a:xfrm>
            <a:off x="5000633" y="2997627"/>
            <a:ext cx="408334" cy="35173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2D1A4E86-9A07-0FDA-7D66-CCF61B47C809}"/>
              </a:ext>
            </a:extLst>
          </p:cNvPr>
          <p:cNvCxnSpPr>
            <a:cxnSpLocks/>
          </p:cNvCxnSpPr>
          <p:nvPr/>
        </p:nvCxnSpPr>
        <p:spPr>
          <a:xfrm>
            <a:off x="4417511" y="2685395"/>
            <a:ext cx="399470" cy="35086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3" name="TextBox 162">
            <a:extLst>
              <a:ext uri="{FF2B5EF4-FFF2-40B4-BE49-F238E27FC236}">
                <a16:creationId xmlns:a16="http://schemas.microsoft.com/office/drawing/2014/main" id="{38328905-6A9D-BDCA-26A9-478FC5178EA7}"/>
              </a:ext>
            </a:extLst>
          </p:cNvPr>
          <p:cNvSpPr txBox="1"/>
          <p:nvPr/>
        </p:nvSpPr>
        <p:spPr>
          <a:xfrm>
            <a:off x="4686487" y="2717732"/>
            <a:ext cx="805816" cy="26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1000" kern="100" baseline="30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10.1.31.105</a:t>
            </a:r>
            <a:endParaRPr lang="en-US" sz="1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39745221-3240-7CBD-9F4F-46325623002F}"/>
              </a:ext>
            </a:extLst>
          </p:cNvPr>
          <p:cNvSpPr txBox="1"/>
          <p:nvPr/>
        </p:nvSpPr>
        <p:spPr>
          <a:xfrm>
            <a:off x="4050030" y="2432074"/>
            <a:ext cx="1052314" cy="26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1000" kern="100" baseline="30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10.1.31.204</a:t>
            </a:r>
            <a:endParaRPr lang="en-US" sz="1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81755C3A-2098-53EC-5789-0CF6B2194EF2}"/>
              </a:ext>
            </a:extLst>
          </p:cNvPr>
          <p:cNvCxnSpPr>
            <a:stCxn id="150" idx="3"/>
            <a:endCxn id="2" idx="1"/>
          </p:cNvCxnSpPr>
          <p:nvPr/>
        </p:nvCxnSpPr>
        <p:spPr>
          <a:xfrm>
            <a:off x="3371161" y="3276851"/>
            <a:ext cx="2037806" cy="7250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1" name="TextBox 170">
            <a:extLst>
              <a:ext uri="{FF2B5EF4-FFF2-40B4-BE49-F238E27FC236}">
                <a16:creationId xmlns:a16="http://schemas.microsoft.com/office/drawing/2014/main" id="{EA87F67A-A75E-46FE-B6D8-ECA4ECCA6202}"/>
              </a:ext>
            </a:extLst>
          </p:cNvPr>
          <p:cNvSpPr txBox="1"/>
          <p:nvPr/>
        </p:nvSpPr>
        <p:spPr>
          <a:xfrm>
            <a:off x="3007786" y="2926342"/>
            <a:ext cx="746877" cy="26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1000" kern="100" baseline="30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TBH-MDF-01</a:t>
            </a:r>
            <a:endParaRPr lang="en-US" sz="1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42E6EB6A-25DF-6892-3A21-722E12616293}"/>
              </a:ext>
            </a:extLst>
          </p:cNvPr>
          <p:cNvSpPr txBox="1"/>
          <p:nvPr/>
        </p:nvSpPr>
        <p:spPr>
          <a:xfrm>
            <a:off x="3031349" y="3007187"/>
            <a:ext cx="626241" cy="26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1000" kern="100" baseline="30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10.1.31.135</a:t>
            </a:r>
            <a:endParaRPr lang="en-US" sz="1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75" name="Picture 25" descr="C:\Users\ecoffey\AppData\Local\Temp\Rar$DRa0.608\30080_Device_switch_unreachable_24.png">
            <a:extLst>
              <a:ext uri="{FF2B5EF4-FFF2-40B4-BE49-F238E27FC236}">
                <a16:creationId xmlns:a16="http://schemas.microsoft.com/office/drawing/2014/main" id="{95303658-BE1D-4104-B65C-0AF3F1326C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duotone>
              <a:prstClr val="black"/>
              <a:srgbClr val="69C4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9408" y="2534852"/>
            <a:ext cx="182880" cy="182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6" name="Picture 25" descr="C:\Users\ecoffey\AppData\Local\Temp\Rar$DRa0.608\30080_Device_switch_unreachable_24.png">
            <a:extLst>
              <a:ext uri="{FF2B5EF4-FFF2-40B4-BE49-F238E27FC236}">
                <a16:creationId xmlns:a16="http://schemas.microsoft.com/office/drawing/2014/main" id="{63420B85-1CCE-F647-FD18-9D95EC5D96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duotone>
              <a:prstClr val="black"/>
              <a:srgbClr val="69C4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5785" y="2720535"/>
            <a:ext cx="182880" cy="182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78" name="Straight Connector 177">
            <a:extLst>
              <a:ext uri="{FF2B5EF4-FFF2-40B4-BE49-F238E27FC236}">
                <a16:creationId xmlns:a16="http://schemas.microsoft.com/office/drawing/2014/main" id="{D835667E-00C8-7156-33BF-4B8AEAA4AD18}"/>
              </a:ext>
            </a:extLst>
          </p:cNvPr>
          <p:cNvCxnSpPr>
            <a:cxnSpLocks/>
            <a:stCxn id="149" idx="3"/>
            <a:endCxn id="148" idx="1"/>
          </p:cNvCxnSpPr>
          <p:nvPr/>
        </p:nvCxnSpPr>
        <p:spPr>
          <a:xfrm>
            <a:off x="6548700" y="2984408"/>
            <a:ext cx="792935" cy="19775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6EA0630D-3A91-D370-3C35-C14F69880B31}"/>
              </a:ext>
            </a:extLst>
          </p:cNvPr>
          <p:cNvCxnSpPr>
            <a:stCxn id="148" idx="3"/>
            <a:endCxn id="147" idx="1"/>
          </p:cNvCxnSpPr>
          <p:nvPr/>
        </p:nvCxnSpPr>
        <p:spPr>
          <a:xfrm flipV="1">
            <a:off x="7524515" y="3062514"/>
            <a:ext cx="666671" cy="1196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Connector 183">
            <a:extLst>
              <a:ext uri="{FF2B5EF4-FFF2-40B4-BE49-F238E27FC236}">
                <a16:creationId xmlns:a16="http://schemas.microsoft.com/office/drawing/2014/main" id="{6384DE62-24D8-C5B7-970D-CE9C9D025E7A}"/>
              </a:ext>
            </a:extLst>
          </p:cNvPr>
          <p:cNvCxnSpPr>
            <a:stCxn id="176" idx="2"/>
            <a:endCxn id="147" idx="3"/>
          </p:cNvCxnSpPr>
          <p:nvPr/>
        </p:nvCxnSpPr>
        <p:spPr>
          <a:xfrm flipH="1">
            <a:off x="8374066" y="2903415"/>
            <a:ext cx="523159" cy="15909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966B1F36-251C-BFD1-7E5A-D916F3DD97E5}"/>
              </a:ext>
            </a:extLst>
          </p:cNvPr>
          <p:cNvCxnSpPr>
            <a:stCxn id="175" idx="1"/>
            <a:endCxn id="176" idx="3"/>
          </p:cNvCxnSpPr>
          <p:nvPr/>
        </p:nvCxnSpPr>
        <p:spPr>
          <a:xfrm flipH="1">
            <a:off x="8988665" y="2626292"/>
            <a:ext cx="360743" cy="18568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27456CF1-17F8-A772-1782-5F5FFABE5E3B}"/>
              </a:ext>
            </a:extLst>
          </p:cNvPr>
          <p:cNvCxnSpPr>
            <a:stCxn id="149" idx="1"/>
          </p:cNvCxnSpPr>
          <p:nvPr/>
        </p:nvCxnSpPr>
        <p:spPr>
          <a:xfrm flipH="1">
            <a:off x="5970714" y="2984408"/>
            <a:ext cx="395106" cy="2618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1" name="TextBox 190">
            <a:extLst>
              <a:ext uri="{FF2B5EF4-FFF2-40B4-BE49-F238E27FC236}">
                <a16:creationId xmlns:a16="http://schemas.microsoft.com/office/drawing/2014/main" id="{4919B21F-F64E-D867-0713-B29CDF2BF4DB}"/>
              </a:ext>
            </a:extLst>
          </p:cNvPr>
          <p:cNvSpPr txBox="1"/>
          <p:nvPr/>
        </p:nvSpPr>
        <p:spPr>
          <a:xfrm>
            <a:off x="6189367" y="2660066"/>
            <a:ext cx="707737" cy="26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1000" kern="100" baseline="30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ANG-IDF-208</a:t>
            </a:r>
            <a:endParaRPr lang="en-US" sz="1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A05A2872-7F4E-20F5-99BF-34FC3E63592D}"/>
              </a:ext>
            </a:extLst>
          </p:cNvPr>
          <p:cNvSpPr txBox="1"/>
          <p:nvPr/>
        </p:nvSpPr>
        <p:spPr>
          <a:xfrm>
            <a:off x="7091312" y="2822417"/>
            <a:ext cx="676685" cy="26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1000" kern="100" baseline="30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ANG-IDF-209</a:t>
            </a:r>
            <a:endParaRPr lang="en-US" sz="1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63B9E5E3-7FC8-AD4F-1368-65026027EE9E}"/>
              </a:ext>
            </a:extLst>
          </p:cNvPr>
          <p:cNvSpPr txBox="1"/>
          <p:nvPr/>
        </p:nvSpPr>
        <p:spPr>
          <a:xfrm>
            <a:off x="7904934" y="2726142"/>
            <a:ext cx="717971" cy="26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1000" kern="100" baseline="30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ANG-IDF-212</a:t>
            </a:r>
            <a:endParaRPr lang="en-US" sz="1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5A6A714F-1F31-BA3A-9EC1-A97F0881ADEA}"/>
              </a:ext>
            </a:extLst>
          </p:cNvPr>
          <p:cNvSpPr txBox="1"/>
          <p:nvPr/>
        </p:nvSpPr>
        <p:spPr>
          <a:xfrm>
            <a:off x="8551310" y="2489256"/>
            <a:ext cx="717971" cy="26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1000" kern="100" baseline="30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ANG-IDF-319</a:t>
            </a:r>
            <a:endParaRPr lang="en-US" sz="1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10D3A6FD-CD64-9073-3071-C22A85853F57}"/>
              </a:ext>
            </a:extLst>
          </p:cNvPr>
          <p:cNvSpPr txBox="1"/>
          <p:nvPr/>
        </p:nvSpPr>
        <p:spPr>
          <a:xfrm>
            <a:off x="9169036" y="2279501"/>
            <a:ext cx="668403" cy="26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1000" kern="100" baseline="30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ANG-IDF-100</a:t>
            </a:r>
            <a:endParaRPr lang="en-US" sz="1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031703DF-E9C9-241B-7D35-E8EECCB54D87}"/>
              </a:ext>
            </a:extLst>
          </p:cNvPr>
          <p:cNvSpPr txBox="1"/>
          <p:nvPr/>
        </p:nvSpPr>
        <p:spPr>
          <a:xfrm>
            <a:off x="6183800" y="2756304"/>
            <a:ext cx="676685" cy="26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1000" kern="100" baseline="30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10.1.31.203</a:t>
            </a:r>
            <a:endParaRPr lang="en-US" sz="1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8342CC1B-1BDE-906B-FC0C-B88BF3F70327}"/>
              </a:ext>
            </a:extLst>
          </p:cNvPr>
          <p:cNvSpPr txBox="1"/>
          <p:nvPr/>
        </p:nvSpPr>
        <p:spPr>
          <a:xfrm>
            <a:off x="7120315" y="2898358"/>
            <a:ext cx="625521" cy="26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1000" kern="100" baseline="30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10.1.31.198</a:t>
            </a:r>
            <a:endParaRPr lang="en-US" sz="1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F41AF0DE-36B0-6815-410C-729EF4378716}"/>
              </a:ext>
            </a:extLst>
          </p:cNvPr>
          <p:cNvSpPr txBox="1"/>
          <p:nvPr/>
        </p:nvSpPr>
        <p:spPr>
          <a:xfrm>
            <a:off x="7981052" y="2812572"/>
            <a:ext cx="914998" cy="26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1000" kern="100" baseline="30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10.1.31.20</a:t>
            </a:r>
            <a:endParaRPr lang="en-US" sz="1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002DD20F-C767-AAC0-A6DA-97B2ACDC1565}"/>
              </a:ext>
            </a:extLst>
          </p:cNvPr>
          <p:cNvSpPr txBox="1"/>
          <p:nvPr/>
        </p:nvSpPr>
        <p:spPr>
          <a:xfrm>
            <a:off x="8564532" y="2579127"/>
            <a:ext cx="1089145" cy="26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1000" kern="100" baseline="300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10.1.31.202</a:t>
            </a:r>
            <a:endParaRPr lang="en-US" sz="1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9901D0A5-9E27-CB4B-F836-4378565EDA9B}"/>
              </a:ext>
            </a:extLst>
          </p:cNvPr>
          <p:cNvSpPr txBox="1"/>
          <p:nvPr/>
        </p:nvSpPr>
        <p:spPr>
          <a:xfrm>
            <a:off x="9169036" y="2365487"/>
            <a:ext cx="625161" cy="26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1000" kern="100" baseline="30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10.1.31.100</a:t>
            </a:r>
            <a:endParaRPr lang="en-US" sz="1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15" name="Picture 24" descr="C:\Users\ecoffey\AppData\Local\Temp\Rar$DRa0.608\30080_Device_switch_unreachable_16.png">
            <a:extLst>
              <a:ext uri="{FF2B5EF4-FFF2-40B4-BE49-F238E27FC236}">
                <a16:creationId xmlns:a16="http://schemas.microsoft.com/office/drawing/2014/main" id="{A8A53690-C2DB-7047-C030-5592F1135B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duotone>
              <a:prstClr val="black"/>
              <a:srgbClr val="69C4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3082" y="5367665"/>
            <a:ext cx="121920" cy="121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6" name="Picture 24" descr="C:\Users\ecoffey\AppData\Local\Temp\Rar$DRa0.608\30080_Device_switch_unreachable_16.png">
            <a:extLst>
              <a:ext uri="{FF2B5EF4-FFF2-40B4-BE49-F238E27FC236}">
                <a16:creationId xmlns:a16="http://schemas.microsoft.com/office/drawing/2014/main" id="{BDEB7BA2-6B48-E45D-DDB0-60F223D977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duotone>
              <a:prstClr val="black"/>
              <a:srgbClr val="69C4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5932" y="5123295"/>
            <a:ext cx="121920" cy="121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7" name="Picture 24" descr="C:\Users\ecoffey\AppData\Local\Temp\Rar$DRa0.608\30080_Device_switch_unreachable_16.png">
            <a:extLst>
              <a:ext uri="{FF2B5EF4-FFF2-40B4-BE49-F238E27FC236}">
                <a16:creationId xmlns:a16="http://schemas.microsoft.com/office/drawing/2014/main" id="{5D87E345-AB18-E6A1-FEBC-0F5B40F6EC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duotone>
              <a:prstClr val="black"/>
              <a:srgbClr val="69C4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9374" y="4598744"/>
            <a:ext cx="121920" cy="121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8" name="Picture 24" descr="C:\Users\ecoffey\AppData\Local\Temp\Rar$DRa0.608\30080_Device_switch_unreachable_16.png">
            <a:extLst>
              <a:ext uri="{FF2B5EF4-FFF2-40B4-BE49-F238E27FC236}">
                <a16:creationId xmlns:a16="http://schemas.microsoft.com/office/drawing/2014/main" id="{637DB096-FF18-A7A1-7A3D-A2F1DFEDF1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duotone>
              <a:prstClr val="black"/>
              <a:srgbClr val="69C4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1294" y="4980671"/>
            <a:ext cx="121920" cy="121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9" name="Picture 24" descr="C:\Users\ecoffey\AppData\Local\Temp\Rar$DRa0.608\30080_Device_switch_unreachable_16.png">
            <a:extLst>
              <a:ext uri="{FF2B5EF4-FFF2-40B4-BE49-F238E27FC236}">
                <a16:creationId xmlns:a16="http://schemas.microsoft.com/office/drawing/2014/main" id="{3D863195-A24E-2FA9-CEBE-F4233C834B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duotone>
              <a:prstClr val="black"/>
              <a:srgbClr val="69C4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0243" y="3718985"/>
            <a:ext cx="121920" cy="121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0" name="Picture 24" descr="C:\Users\ecoffey\AppData\Local\Temp\Rar$DRa0.608\30080_Device_switch_unreachable_16.png">
            <a:extLst>
              <a:ext uri="{FF2B5EF4-FFF2-40B4-BE49-F238E27FC236}">
                <a16:creationId xmlns:a16="http://schemas.microsoft.com/office/drawing/2014/main" id="{23FA1B54-E1E6-E80C-23F8-F5718807B9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duotone>
              <a:prstClr val="black"/>
              <a:srgbClr val="69C4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6087" y="4003450"/>
            <a:ext cx="121920" cy="121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22" name="Straight Connector 221">
            <a:extLst>
              <a:ext uri="{FF2B5EF4-FFF2-40B4-BE49-F238E27FC236}">
                <a16:creationId xmlns:a16="http://schemas.microsoft.com/office/drawing/2014/main" id="{CED7E105-D7F9-83F5-D0FA-C00A2CCB020C}"/>
              </a:ext>
            </a:extLst>
          </p:cNvPr>
          <p:cNvCxnSpPr>
            <a:stCxn id="219" idx="3"/>
            <a:endCxn id="119" idx="1"/>
          </p:cNvCxnSpPr>
          <p:nvPr/>
        </p:nvCxnSpPr>
        <p:spPr>
          <a:xfrm>
            <a:off x="4192163" y="3779945"/>
            <a:ext cx="667494" cy="6096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Straight Connector 223">
            <a:extLst>
              <a:ext uri="{FF2B5EF4-FFF2-40B4-BE49-F238E27FC236}">
                <a16:creationId xmlns:a16="http://schemas.microsoft.com/office/drawing/2014/main" id="{71FF53C4-2371-2F70-90A6-7B6BFC39DBF3}"/>
              </a:ext>
            </a:extLst>
          </p:cNvPr>
          <p:cNvCxnSpPr>
            <a:stCxn id="220" idx="0"/>
            <a:endCxn id="119" idx="1"/>
          </p:cNvCxnSpPr>
          <p:nvPr/>
        </p:nvCxnSpPr>
        <p:spPr>
          <a:xfrm flipV="1">
            <a:off x="4437047" y="3840905"/>
            <a:ext cx="422610" cy="16254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6" name="TextBox 225">
            <a:extLst>
              <a:ext uri="{FF2B5EF4-FFF2-40B4-BE49-F238E27FC236}">
                <a16:creationId xmlns:a16="http://schemas.microsoft.com/office/drawing/2014/main" id="{8854B75C-B418-083F-E1DF-7D0DF2DCBC26}"/>
              </a:ext>
            </a:extLst>
          </p:cNvPr>
          <p:cNvSpPr txBox="1"/>
          <p:nvPr/>
        </p:nvSpPr>
        <p:spPr>
          <a:xfrm>
            <a:off x="3757734" y="3489139"/>
            <a:ext cx="1019484" cy="243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900" kern="100" baseline="30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MC-CAM-01</a:t>
            </a:r>
            <a:endParaRPr lang="en-US" sz="9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38C94719-70B8-ACE9-2F8A-B025ECA8D766}"/>
              </a:ext>
            </a:extLst>
          </p:cNvPr>
          <p:cNvSpPr txBox="1"/>
          <p:nvPr/>
        </p:nvSpPr>
        <p:spPr>
          <a:xfrm>
            <a:off x="3788680" y="3973813"/>
            <a:ext cx="625161" cy="243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900" kern="100" baseline="30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MC-CAM-02</a:t>
            </a:r>
            <a:endParaRPr lang="en-US" sz="9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5E83F63B-3343-03D1-3661-97DA3F5280DA}"/>
              </a:ext>
            </a:extLst>
          </p:cNvPr>
          <p:cNvSpPr txBox="1"/>
          <p:nvPr/>
        </p:nvSpPr>
        <p:spPr>
          <a:xfrm>
            <a:off x="3788328" y="3564430"/>
            <a:ext cx="902958" cy="243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900" kern="100" baseline="30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10.1.31.47</a:t>
            </a:r>
            <a:endParaRPr lang="en-US" sz="9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92FFE4D3-5CB2-F214-805F-6AFB976C450F}"/>
              </a:ext>
            </a:extLst>
          </p:cNvPr>
          <p:cNvSpPr txBox="1"/>
          <p:nvPr/>
        </p:nvSpPr>
        <p:spPr>
          <a:xfrm>
            <a:off x="3807923" y="4061447"/>
            <a:ext cx="947062" cy="243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900" kern="100" baseline="30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10.1.31.48</a:t>
            </a:r>
            <a:endParaRPr lang="en-US" sz="9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D78DA4B2-599B-9E88-695A-45A07397003E}"/>
              </a:ext>
            </a:extLst>
          </p:cNvPr>
          <p:cNvSpPr txBox="1"/>
          <p:nvPr/>
        </p:nvSpPr>
        <p:spPr>
          <a:xfrm>
            <a:off x="3281255" y="4542834"/>
            <a:ext cx="652440" cy="243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s-ES" sz="900" kern="100" baseline="30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SU-CAM-01</a:t>
            </a:r>
            <a:endParaRPr lang="en-US" sz="9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B0A478C9-93C3-2152-7DEC-8B76BC31406C}"/>
              </a:ext>
            </a:extLst>
          </p:cNvPr>
          <p:cNvSpPr txBox="1"/>
          <p:nvPr/>
        </p:nvSpPr>
        <p:spPr>
          <a:xfrm>
            <a:off x="3381225" y="4938103"/>
            <a:ext cx="625521" cy="243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s-ES" sz="900" kern="100" baseline="30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SU-9200-02</a:t>
            </a:r>
            <a:endParaRPr lang="en-US" sz="9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37C7D1D7-A192-BAEC-6A0B-93F15D677F8D}"/>
              </a:ext>
            </a:extLst>
          </p:cNvPr>
          <p:cNvSpPr txBox="1"/>
          <p:nvPr/>
        </p:nvSpPr>
        <p:spPr>
          <a:xfrm>
            <a:off x="3758848" y="5382957"/>
            <a:ext cx="625881" cy="243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s-ES" sz="900" kern="100" baseline="30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SU-MDF-02</a:t>
            </a:r>
            <a:endParaRPr lang="en-US" sz="9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D7959285-2404-F6D6-988D-D8CE0BC5BE0F}"/>
              </a:ext>
            </a:extLst>
          </p:cNvPr>
          <p:cNvSpPr txBox="1"/>
          <p:nvPr/>
        </p:nvSpPr>
        <p:spPr>
          <a:xfrm>
            <a:off x="4722407" y="5251213"/>
            <a:ext cx="947062" cy="243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s-ES" sz="900" kern="100" baseline="30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SU-MDF-01</a:t>
            </a:r>
            <a:endParaRPr lang="en-US" sz="9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248" name="Straight Connector 247">
            <a:extLst>
              <a:ext uri="{FF2B5EF4-FFF2-40B4-BE49-F238E27FC236}">
                <a16:creationId xmlns:a16="http://schemas.microsoft.com/office/drawing/2014/main" id="{56DEF65F-D323-6E5B-17C7-7D0319381E03}"/>
              </a:ext>
            </a:extLst>
          </p:cNvPr>
          <p:cNvCxnSpPr>
            <a:cxnSpLocks/>
            <a:stCxn id="75" idx="1"/>
            <a:endCxn id="217" idx="3"/>
          </p:cNvCxnSpPr>
          <p:nvPr/>
        </p:nvCxnSpPr>
        <p:spPr>
          <a:xfrm flipH="1" flipV="1">
            <a:off x="4031294" y="4659704"/>
            <a:ext cx="512678" cy="16244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Straight Connector 250">
            <a:extLst>
              <a:ext uri="{FF2B5EF4-FFF2-40B4-BE49-F238E27FC236}">
                <a16:creationId xmlns:a16="http://schemas.microsoft.com/office/drawing/2014/main" id="{C9810E0C-98CA-F3F2-61D6-2607B62E0FB2}"/>
              </a:ext>
            </a:extLst>
          </p:cNvPr>
          <p:cNvCxnSpPr>
            <a:stCxn id="75" idx="1"/>
            <a:endCxn id="218" idx="3"/>
          </p:cNvCxnSpPr>
          <p:nvPr/>
        </p:nvCxnSpPr>
        <p:spPr>
          <a:xfrm flipH="1">
            <a:off x="4153214" y="4822151"/>
            <a:ext cx="390758" cy="21948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Straight Connector 252">
            <a:extLst>
              <a:ext uri="{FF2B5EF4-FFF2-40B4-BE49-F238E27FC236}">
                <a16:creationId xmlns:a16="http://schemas.microsoft.com/office/drawing/2014/main" id="{2C0406C6-0197-F542-9291-D592D85D0E81}"/>
              </a:ext>
            </a:extLst>
          </p:cNvPr>
          <p:cNvCxnSpPr>
            <a:cxnSpLocks/>
            <a:stCxn id="75" idx="2"/>
            <a:endCxn id="215" idx="0"/>
          </p:cNvCxnSpPr>
          <p:nvPr/>
        </p:nvCxnSpPr>
        <p:spPr>
          <a:xfrm flipH="1">
            <a:off x="4424042" y="4913591"/>
            <a:ext cx="211370" cy="45407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" name="Straight Connector 257">
            <a:extLst>
              <a:ext uri="{FF2B5EF4-FFF2-40B4-BE49-F238E27FC236}">
                <a16:creationId xmlns:a16="http://schemas.microsoft.com/office/drawing/2014/main" id="{FBF4AFFF-9139-C984-8F0E-7241D234270C}"/>
              </a:ext>
            </a:extLst>
          </p:cNvPr>
          <p:cNvCxnSpPr>
            <a:cxnSpLocks/>
            <a:stCxn id="8" idx="0"/>
          </p:cNvCxnSpPr>
          <p:nvPr/>
        </p:nvCxnSpPr>
        <p:spPr>
          <a:xfrm>
            <a:off x="4607616" y="4908836"/>
            <a:ext cx="363299" cy="28767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0" name="TextBox 259">
            <a:extLst>
              <a:ext uri="{FF2B5EF4-FFF2-40B4-BE49-F238E27FC236}">
                <a16:creationId xmlns:a16="http://schemas.microsoft.com/office/drawing/2014/main" id="{A9E2C055-F391-32C2-151B-8FE9CDDE18FA}"/>
              </a:ext>
            </a:extLst>
          </p:cNvPr>
          <p:cNvSpPr txBox="1"/>
          <p:nvPr/>
        </p:nvSpPr>
        <p:spPr>
          <a:xfrm>
            <a:off x="3291558" y="4633363"/>
            <a:ext cx="1008745" cy="243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s-ES" sz="900" kern="100" baseline="30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10.1.31.201</a:t>
            </a:r>
            <a:endParaRPr lang="en-US" sz="9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3B12B2DF-B644-8AFB-23E0-D8E84BE85BC4}"/>
              </a:ext>
            </a:extLst>
          </p:cNvPr>
          <p:cNvSpPr txBox="1"/>
          <p:nvPr/>
        </p:nvSpPr>
        <p:spPr>
          <a:xfrm>
            <a:off x="3377799" y="5023417"/>
            <a:ext cx="625521" cy="243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s-ES" sz="900" kern="100" baseline="30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10.1.31.206</a:t>
            </a:r>
            <a:endParaRPr lang="en-US" sz="9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54DEC27B-A3BF-BF5E-A457-3E87E5D791EB}"/>
              </a:ext>
            </a:extLst>
          </p:cNvPr>
          <p:cNvSpPr txBox="1"/>
          <p:nvPr/>
        </p:nvSpPr>
        <p:spPr>
          <a:xfrm>
            <a:off x="4732916" y="5314273"/>
            <a:ext cx="625881" cy="243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s-ES" sz="900" kern="100" baseline="30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10.1.31.201</a:t>
            </a:r>
            <a:endParaRPr lang="en-US" sz="9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66" name="TextBox 265">
            <a:extLst>
              <a:ext uri="{FF2B5EF4-FFF2-40B4-BE49-F238E27FC236}">
                <a16:creationId xmlns:a16="http://schemas.microsoft.com/office/drawing/2014/main" id="{2E664EEC-012A-C518-B802-C5296D0EE292}"/>
              </a:ext>
            </a:extLst>
          </p:cNvPr>
          <p:cNvSpPr txBox="1"/>
          <p:nvPr/>
        </p:nvSpPr>
        <p:spPr>
          <a:xfrm>
            <a:off x="3766012" y="5462322"/>
            <a:ext cx="625521" cy="243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s-ES" sz="900" kern="100" baseline="30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10.1.31.67</a:t>
            </a:r>
            <a:endParaRPr lang="en-US" sz="9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67" name="Picture 24" descr="C:\Users\ecoffey\AppData\Local\Temp\Rar$DRa0.608\30080_Device_switch_unreachable_16.png">
            <a:extLst>
              <a:ext uri="{FF2B5EF4-FFF2-40B4-BE49-F238E27FC236}">
                <a16:creationId xmlns:a16="http://schemas.microsoft.com/office/drawing/2014/main" id="{BE3E43C0-39CC-FDE5-A909-6BBC27754B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duotone>
              <a:prstClr val="black"/>
              <a:srgbClr val="69C4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7996" y="3012196"/>
            <a:ext cx="121920" cy="121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8" name="Picture 24" descr="C:\Users\ecoffey\AppData\Local\Temp\Rar$DRa0.608\30080_Device_switch_unreachable_16.png">
            <a:extLst>
              <a:ext uri="{FF2B5EF4-FFF2-40B4-BE49-F238E27FC236}">
                <a16:creationId xmlns:a16="http://schemas.microsoft.com/office/drawing/2014/main" id="{D70C4AB8-E730-94B5-7B15-F792EDF1CA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duotone>
              <a:prstClr val="black"/>
              <a:srgbClr val="69C4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7712" y="3457215"/>
            <a:ext cx="121920" cy="121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9" name="Picture 24" descr="C:\Users\ecoffey\AppData\Local\Temp\Rar$DRa0.608\30080_Device_switch_unreachable_16.png">
            <a:extLst>
              <a:ext uri="{FF2B5EF4-FFF2-40B4-BE49-F238E27FC236}">
                <a16:creationId xmlns:a16="http://schemas.microsoft.com/office/drawing/2014/main" id="{B21A3E7D-568D-0E5E-AA93-F7D273232A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duotone>
              <a:prstClr val="black"/>
              <a:srgbClr val="69C4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4293" y="2681492"/>
            <a:ext cx="121920" cy="121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0" name="Picture 24" descr="C:\Users\ecoffey\AppData\Local\Temp\Rar$DRa0.608\30080_Device_switch_unreachable_16.png">
            <a:extLst>
              <a:ext uri="{FF2B5EF4-FFF2-40B4-BE49-F238E27FC236}">
                <a16:creationId xmlns:a16="http://schemas.microsoft.com/office/drawing/2014/main" id="{4FD29E67-E9D4-4DBC-4A04-BFB8E2F185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duotone>
              <a:prstClr val="black"/>
              <a:srgbClr val="69C4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7749" y="4185992"/>
            <a:ext cx="121920" cy="121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2" name="Picture 24" descr="C:\Users\ecoffey\AppData\Local\Temp\Rar$DRa0.608\30080_Device_switch_unreachable_16.png">
            <a:extLst>
              <a:ext uri="{FF2B5EF4-FFF2-40B4-BE49-F238E27FC236}">
                <a16:creationId xmlns:a16="http://schemas.microsoft.com/office/drawing/2014/main" id="{7FAF95FC-5EEC-9430-C2C0-F6BC260214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duotone>
              <a:prstClr val="black"/>
              <a:srgbClr val="69C4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5785" y="4694897"/>
            <a:ext cx="121920" cy="121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3" name="Picture 24" descr="C:\Users\ecoffey\AppData\Local\Temp\Rar$DRa0.608\30080_Device_switch_unreachable_16.png">
            <a:extLst>
              <a:ext uri="{FF2B5EF4-FFF2-40B4-BE49-F238E27FC236}">
                <a16:creationId xmlns:a16="http://schemas.microsoft.com/office/drawing/2014/main" id="{1936BC3E-5FEF-83C3-F337-728DF1A252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duotone>
              <a:prstClr val="black"/>
              <a:srgbClr val="69C4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3916" y="4304023"/>
            <a:ext cx="121920" cy="121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77" name="Straight Connector 276">
            <a:extLst>
              <a:ext uri="{FF2B5EF4-FFF2-40B4-BE49-F238E27FC236}">
                <a16:creationId xmlns:a16="http://schemas.microsoft.com/office/drawing/2014/main" id="{EE857559-18EA-12C8-62BB-D5085D657E19}"/>
              </a:ext>
            </a:extLst>
          </p:cNvPr>
          <p:cNvCxnSpPr>
            <a:stCxn id="120" idx="2"/>
            <a:endCxn id="273" idx="0"/>
          </p:cNvCxnSpPr>
          <p:nvPr/>
        </p:nvCxnSpPr>
        <p:spPr>
          <a:xfrm flipH="1">
            <a:off x="7684876" y="4026754"/>
            <a:ext cx="60960" cy="27726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9" name="Straight Connector 278">
            <a:extLst>
              <a:ext uri="{FF2B5EF4-FFF2-40B4-BE49-F238E27FC236}">
                <a16:creationId xmlns:a16="http://schemas.microsoft.com/office/drawing/2014/main" id="{36075194-1B81-3B4C-1873-E10FAA5DE2F9}"/>
              </a:ext>
            </a:extLst>
          </p:cNvPr>
          <p:cNvCxnSpPr>
            <a:cxnSpLocks/>
            <a:stCxn id="120" idx="3"/>
            <a:endCxn id="270" idx="0"/>
          </p:cNvCxnSpPr>
          <p:nvPr/>
        </p:nvCxnSpPr>
        <p:spPr>
          <a:xfrm>
            <a:off x="7837276" y="3935314"/>
            <a:ext cx="101433" cy="25067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3" name="Straight Connector 282">
            <a:extLst>
              <a:ext uri="{FF2B5EF4-FFF2-40B4-BE49-F238E27FC236}">
                <a16:creationId xmlns:a16="http://schemas.microsoft.com/office/drawing/2014/main" id="{381D8174-85E7-AF4D-FF98-A3A4CB2C3193}"/>
              </a:ext>
            </a:extLst>
          </p:cNvPr>
          <p:cNvCxnSpPr>
            <a:cxnSpLocks/>
            <a:endCxn id="272" idx="1"/>
          </p:cNvCxnSpPr>
          <p:nvPr/>
        </p:nvCxnSpPr>
        <p:spPr>
          <a:xfrm>
            <a:off x="7922676" y="4296965"/>
            <a:ext cx="883109" cy="45889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3" name="Straight Connector 292">
            <a:extLst>
              <a:ext uri="{FF2B5EF4-FFF2-40B4-BE49-F238E27FC236}">
                <a16:creationId xmlns:a16="http://schemas.microsoft.com/office/drawing/2014/main" id="{BF9B0C32-7598-5E44-A872-BD6A8F28C05B}"/>
              </a:ext>
            </a:extLst>
          </p:cNvPr>
          <p:cNvCxnSpPr>
            <a:cxnSpLocks/>
          </p:cNvCxnSpPr>
          <p:nvPr/>
        </p:nvCxnSpPr>
        <p:spPr>
          <a:xfrm flipH="1" flipV="1">
            <a:off x="2699279" y="2782980"/>
            <a:ext cx="533769" cy="48479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" name="Straight Connector 294">
            <a:extLst>
              <a:ext uri="{FF2B5EF4-FFF2-40B4-BE49-F238E27FC236}">
                <a16:creationId xmlns:a16="http://schemas.microsoft.com/office/drawing/2014/main" id="{3C323084-D85C-D6A4-3DB9-14DC491CA551}"/>
              </a:ext>
            </a:extLst>
          </p:cNvPr>
          <p:cNvCxnSpPr>
            <a:cxnSpLocks/>
          </p:cNvCxnSpPr>
          <p:nvPr/>
        </p:nvCxnSpPr>
        <p:spPr>
          <a:xfrm flipH="1" flipV="1">
            <a:off x="2084749" y="3083001"/>
            <a:ext cx="1140652" cy="20369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" name="Straight Connector 296">
            <a:extLst>
              <a:ext uri="{FF2B5EF4-FFF2-40B4-BE49-F238E27FC236}">
                <a16:creationId xmlns:a16="http://schemas.microsoft.com/office/drawing/2014/main" id="{16979F1D-05D5-2E60-BA2A-D244CE38B32C}"/>
              </a:ext>
            </a:extLst>
          </p:cNvPr>
          <p:cNvCxnSpPr>
            <a:stCxn id="150" idx="1"/>
            <a:endCxn id="268" idx="3"/>
          </p:cNvCxnSpPr>
          <p:nvPr/>
        </p:nvCxnSpPr>
        <p:spPr>
          <a:xfrm flipH="1">
            <a:off x="2559632" y="3276851"/>
            <a:ext cx="628649" cy="24132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9" name="TextBox 308">
            <a:extLst>
              <a:ext uri="{FF2B5EF4-FFF2-40B4-BE49-F238E27FC236}">
                <a16:creationId xmlns:a16="http://schemas.microsoft.com/office/drawing/2014/main" id="{0002C85B-0AEC-696E-818E-000DCE4EE28F}"/>
              </a:ext>
            </a:extLst>
          </p:cNvPr>
          <p:cNvSpPr txBox="1"/>
          <p:nvPr/>
        </p:nvSpPr>
        <p:spPr>
          <a:xfrm>
            <a:off x="7341635" y="4419075"/>
            <a:ext cx="614746" cy="243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900" kern="100" baseline="30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HH-CAM-01</a:t>
            </a:r>
            <a:endParaRPr lang="en-US" sz="9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11" name="TextBox 310">
            <a:extLst>
              <a:ext uri="{FF2B5EF4-FFF2-40B4-BE49-F238E27FC236}">
                <a16:creationId xmlns:a16="http://schemas.microsoft.com/office/drawing/2014/main" id="{48920372-4F6A-A67F-CEC8-E431CA756BC3}"/>
              </a:ext>
            </a:extLst>
          </p:cNvPr>
          <p:cNvSpPr txBox="1"/>
          <p:nvPr/>
        </p:nvSpPr>
        <p:spPr>
          <a:xfrm>
            <a:off x="5371888" y="5226384"/>
            <a:ext cx="1311933" cy="243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900" kern="100" baseline="30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ANG-IDF-219C</a:t>
            </a:r>
            <a:endParaRPr lang="en-US" sz="9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13" name="TextBox 312">
            <a:extLst>
              <a:ext uri="{FF2B5EF4-FFF2-40B4-BE49-F238E27FC236}">
                <a16:creationId xmlns:a16="http://schemas.microsoft.com/office/drawing/2014/main" id="{78157014-BC33-1B94-DF2F-F14C1E5F3F73}"/>
              </a:ext>
            </a:extLst>
          </p:cNvPr>
          <p:cNvSpPr txBox="1"/>
          <p:nvPr/>
        </p:nvSpPr>
        <p:spPr>
          <a:xfrm>
            <a:off x="7834923" y="4275952"/>
            <a:ext cx="71252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kern="100" baseline="30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S40-PSF-9200</a:t>
            </a:r>
            <a:endParaRPr lang="en-US" sz="900" dirty="0"/>
          </a:p>
        </p:txBody>
      </p:sp>
      <p:sp>
        <p:nvSpPr>
          <p:cNvPr id="315" name="TextBox 314">
            <a:extLst>
              <a:ext uri="{FF2B5EF4-FFF2-40B4-BE49-F238E27FC236}">
                <a16:creationId xmlns:a16="http://schemas.microsoft.com/office/drawing/2014/main" id="{A8CDDC6D-0A15-68C3-8237-D7422FD96D03}"/>
              </a:ext>
            </a:extLst>
          </p:cNvPr>
          <p:cNvSpPr txBox="1"/>
          <p:nvPr/>
        </p:nvSpPr>
        <p:spPr>
          <a:xfrm>
            <a:off x="8939968" y="4616694"/>
            <a:ext cx="1001760" cy="243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900" kern="100" baseline="30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HH-CAM-02</a:t>
            </a:r>
            <a:endParaRPr lang="en-US" sz="9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17" name="TextBox 316">
            <a:extLst>
              <a:ext uri="{FF2B5EF4-FFF2-40B4-BE49-F238E27FC236}">
                <a16:creationId xmlns:a16="http://schemas.microsoft.com/office/drawing/2014/main" id="{239A4D51-3105-5986-47FC-D7EE7337A11E}"/>
              </a:ext>
            </a:extLst>
          </p:cNvPr>
          <p:cNvSpPr txBox="1"/>
          <p:nvPr/>
        </p:nvSpPr>
        <p:spPr>
          <a:xfrm>
            <a:off x="7917896" y="4353904"/>
            <a:ext cx="912340" cy="243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900" kern="100" baseline="30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10.1.31.141</a:t>
            </a:r>
            <a:endParaRPr lang="en-US" sz="9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19" name="TextBox 318">
            <a:extLst>
              <a:ext uri="{FF2B5EF4-FFF2-40B4-BE49-F238E27FC236}">
                <a16:creationId xmlns:a16="http://schemas.microsoft.com/office/drawing/2014/main" id="{65CE5260-5B1E-0D74-C443-BD4F4891B08C}"/>
              </a:ext>
            </a:extLst>
          </p:cNvPr>
          <p:cNvSpPr txBox="1"/>
          <p:nvPr/>
        </p:nvSpPr>
        <p:spPr>
          <a:xfrm>
            <a:off x="8979575" y="4700290"/>
            <a:ext cx="922546" cy="243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900" kern="100" baseline="30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10.1.31.65</a:t>
            </a:r>
            <a:endParaRPr lang="en-US" sz="9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21" name="TextBox 320">
            <a:extLst>
              <a:ext uri="{FF2B5EF4-FFF2-40B4-BE49-F238E27FC236}">
                <a16:creationId xmlns:a16="http://schemas.microsoft.com/office/drawing/2014/main" id="{4781621F-1570-1549-605D-95EDC4325F72}"/>
              </a:ext>
            </a:extLst>
          </p:cNvPr>
          <p:cNvSpPr txBox="1"/>
          <p:nvPr/>
        </p:nvSpPr>
        <p:spPr>
          <a:xfrm>
            <a:off x="7383092" y="4556195"/>
            <a:ext cx="454184" cy="349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900" kern="100" baseline="30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10.1.31.64</a:t>
            </a:r>
            <a:endParaRPr lang="en-US" sz="9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24" name="Picture 24" descr="C:\Users\ecoffey\AppData\Local\Temp\Rar$DRa0.608\30080_Device_switch_unreachable_16.png">
            <a:extLst>
              <a:ext uri="{FF2B5EF4-FFF2-40B4-BE49-F238E27FC236}">
                <a16:creationId xmlns:a16="http://schemas.microsoft.com/office/drawing/2014/main" id="{8EF56DA1-EC31-4435-81FB-9C38DCBC99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duotone>
              <a:prstClr val="black"/>
              <a:srgbClr val="69C4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1889" y="2201931"/>
            <a:ext cx="121920" cy="121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9" name="Picture 25" descr="C:\Users\ecoffey\AppData\Local\Temp\Rar$DRa0.608\30080_Device_switch_unreachable_24.png">
            <a:extLst>
              <a:ext uri="{FF2B5EF4-FFF2-40B4-BE49-F238E27FC236}">
                <a16:creationId xmlns:a16="http://schemas.microsoft.com/office/drawing/2014/main" id="{87A8ADA0-93E4-BAF1-78F7-1F056B5826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duotone>
              <a:prstClr val="black"/>
              <a:srgbClr val="69C4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0112" y="3435238"/>
            <a:ext cx="182880" cy="182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31" name="Straight Connector 330">
            <a:extLst>
              <a:ext uri="{FF2B5EF4-FFF2-40B4-BE49-F238E27FC236}">
                <a16:creationId xmlns:a16="http://schemas.microsoft.com/office/drawing/2014/main" id="{C6B07D69-368C-F350-AB89-DCB287C11209}"/>
              </a:ext>
            </a:extLst>
          </p:cNvPr>
          <p:cNvCxnSpPr>
            <a:cxnSpLocks/>
            <a:endCxn id="329" idx="1"/>
          </p:cNvCxnSpPr>
          <p:nvPr/>
        </p:nvCxnSpPr>
        <p:spPr>
          <a:xfrm>
            <a:off x="5964132" y="3220746"/>
            <a:ext cx="2555980" cy="30593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33" name="Picture 24" descr="C:\Users\ecoffey\AppData\Local\Temp\Rar$DRa0.608\30080_Device_switch_unreachable_16.png">
            <a:extLst>
              <a:ext uri="{FF2B5EF4-FFF2-40B4-BE49-F238E27FC236}">
                <a16:creationId xmlns:a16="http://schemas.microsoft.com/office/drawing/2014/main" id="{85E08973-5EFC-C89B-60D0-BAB7E36351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duotone>
              <a:prstClr val="black"/>
              <a:srgbClr val="69C4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5785" y="3932345"/>
            <a:ext cx="121920" cy="121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4" name="Picture 24" descr="C:\Users\ecoffey\AppData\Local\Temp\Rar$DRa0.608\30080_Device_switch_unreachable_16.png">
            <a:extLst>
              <a:ext uri="{FF2B5EF4-FFF2-40B4-BE49-F238E27FC236}">
                <a16:creationId xmlns:a16="http://schemas.microsoft.com/office/drawing/2014/main" id="{058D95CA-EAA9-D2D6-E4DE-7097A51419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duotone>
              <a:prstClr val="black"/>
              <a:srgbClr val="69C4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9281" y="3502282"/>
            <a:ext cx="121920" cy="121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36" name="Straight Connector 335">
            <a:extLst>
              <a:ext uri="{FF2B5EF4-FFF2-40B4-BE49-F238E27FC236}">
                <a16:creationId xmlns:a16="http://schemas.microsoft.com/office/drawing/2014/main" id="{96A279E5-2886-FADC-F4DF-8C86061B415F}"/>
              </a:ext>
            </a:extLst>
          </p:cNvPr>
          <p:cNvCxnSpPr>
            <a:stCxn id="329" idx="3"/>
            <a:endCxn id="334" idx="1"/>
          </p:cNvCxnSpPr>
          <p:nvPr/>
        </p:nvCxnSpPr>
        <p:spPr>
          <a:xfrm>
            <a:off x="8702992" y="3526678"/>
            <a:ext cx="566289" cy="3656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8" name="Straight Connector 337">
            <a:extLst>
              <a:ext uri="{FF2B5EF4-FFF2-40B4-BE49-F238E27FC236}">
                <a16:creationId xmlns:a16="http://schemas.microsoft.com/office/drawing/2014/main" id="{B4D56FF5-7BB1-DC1D-C248-4CAD3A3C4BDD}"/>
              </a:ext>
            </a:extLst>
          </p:cNvPr>
          <p:cNvCxnSpPr>
            <a:stCxn id="329" idx="2"/>
            <a:endCxn id="333" idx="3"/>
          </p:cNvCxnSpPr>
          <p:nvPr/>
        </p:nvCxnSpPr>
        <p:spPr>
          <a:xfrm>
            <a:off x="8611552" y="3618118"/>
            <a:ext cx="255193" cy="31422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0" name="TextBox 339">
            <a:extLst>
              <a:ext uri="{FF2B5EF4-FFF2-40B4-BE49-F238E27FC236}">
                <a16:creationId xmlns:a16="http://schemas.microsoft.com/office/drawing/2014/main" id="{80FC420E-6016-B8FF-2E49-D80E9080B312}"/>
              </a:ext>
            </a:extLst>
          </p:cNvPr>
          <p:cNvSpPr txBox="1"/>
          <p:nvPr/>
        </p:nvSpPr>
        <p:spPr>
          <a:xfrm>
            <a:off x="2365184" y="2448560"/>
            <a:ext cx="988820" cy="243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900" kern="100" baseline="30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TH-CAM-01</a:t>
            </a:r>
            <a:endParaRPr lang="en-US" sz="9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42" name="TextBox 341">
            <a:extLst>
              <a:ext uri="{FF2B5EF4-FFF2-40B4-BE49-F238E27FC236}">
                <a16:creationId xmlns:a16="http://schemas.microsoft.com/office/drawing/2014/main" id="{A9621018-2639-E530-AA7B-41DFAC3EA8CD}"/>
              </a:ext>
            </a:extLst>
          </p:cNvPr>
          <p:cNvSpPr txBox="1"/>
          <p:nvPr/>
        </p:nvSpPr>
        <p:spPr>
          <a:xfrm>
            <a:off x="1723761" y="2763466"/>
            <a:ext cx="612350" cy="243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900" kern="100" baseline="30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TH-CAM-02</a:t>
            </a:r>
            <a:endParaRPr lang="en-US" sz="9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44" name="TextBox 343">
            <a:extLst>
              <a:ext uri="{FF2B5EF4-FFF2-40B4-BE49-F238E27FC236}">
                <a16:creationId xmlns:a16="http://schemas.microsoft.com/office/drawing/2014/main" id="{722A0B21-395E-6790-FBF2-FBBFAB11C206}"/>
              </a:ext>
            </a:extLst>
          </p:cNvPr>
          <p:cNvSpPr txBox="1"/>
          <p:nvPr/>
        </p:nvSpPr>
        <p:spPr>
          <a:xfrm>
            <a:off x="1853786" y="3392386"/>
            <a:ext cx="628650" cy="243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900" kern="100" baseline="30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TH-CAM-03</a:t>
            </a:r>
            <a:endParaRPr lang="en-US" sz="9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45" name="Picture 24" descr="C:\Users\ecoffey\AppData\Local\Temp\Rar$DRa0.608\30080_Device_switch_unreachable_16.png">
            <a:extLst>
              <a:ext uri="{FF2B5EF4-FFF2-40B4-BE49-F238E27FC236}">
                <a16:creationId xmlns:a16="http://schemas.microsoft.com/office/drawing/2014/main" id="{227B98F8-1C31-06A1-CB66-2311C10175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duotone>
              <a:prstClr val="black"/>
              <a:srgbClr val="69C4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1349" y="3690016"/>
            <a:ext cx="121920" cy="121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47" name="Straight Connector 346">
            <a:extLst>
              <a:ext uri="{FF2B5EF4-FFF2-40B4-BE49-F238E27FC236}">
                <a16:creationId xmlns:a16="http://schemas.microsoft.com/office/drawing/2014/main" id="{7451409D-94C9-DCF0-735F-5068731F4D87}"/>
              </a:ext>
            </a:extLst>
          </p:cNvPr>
          <p:cNvCxnSpPr>
            <a:stCxn id="150" idx="2"/>
            <a:endCxn id="345" idx="0"/>
          </p:cNvCxnSpPr>
          <p:nvPr/>
        </p:nvCxnSpPr>
        <p:spPr>
          <a:xfrm flipH="1">
            <a:off x="3092309" y="3368291"/>
            <a:ext cx="187412" cy="32172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9" name="TextBox 348">
            <a:extLst>
              <a:ext uri="{FF2B5EF4-FFF2-40B4-BE49-F238E27FC236}">
                <a16:creationId xmlns:a16="http://schemas.microsoft.com/office/drawing/2014/main" id="{59BAA0B5-04C6-B276-6280-5E1DB72328FD}"/>
              </a:ext>
            </a:extLst>
          </p:cNvPr>
          <p:cNvSpPr txBox="1"/>
          <p:nvPr/>
        </p:nvSpPr>
        <p:spPr>
          <a:xfrm>
            <a:off x="2730774" y="3822192"/>
            <a:ext cx="650450" cy="26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1000" kern="100" baseline="30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TH-MDF-01</a:t>
            </a:r>
            <a:endParaRPr lang="en-US" sz="1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51" name="TextBox 350">
            <a:extLst>
              <a:ext uri="{FF2B5EF4-FFF2-40B4-BE49-F238E27FC236}">
                <a16:creationId xmlns:a16="http://schemas.microsoft.com/office/drawing/2014/main" id="{E67811CD-69F3-79C8-D24D-655B0A30E9B3}"/>
              </a:ext>
            </a:extLst>
          </p:cNvPr>
          <p:cNvSpPr txBox="1"/>
          <p:nvPr/>
        </p:nvSpPr>
        <p:spPr>
          <a:xfrm>
            <a:off x="2369780" y="2534852"/>
            <a:ext cx="628651" cy="243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900" kern="100" baseline="30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10.1.31.49</a:t>
            </a:r>
            <a:endParaRPr lang="en-US" sz="9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53" name="TextBox 352">
            <a:extLst>
              <a:ext uri="{FF2B5EF4-FFF2-40B4-BE49-F238E27FC236}">
                <a16:creationId xmlns:a16="http://schemas.microsoft.com/office/drawing/2014/main" id="{AC3B1E5A-E98D-90B3-6C01-9FADC0B6D7F3}"/>
              </a:ext>
            </a:extLst>
          </p:cNvPr>
          <p:cNvSpPr txBox="1"/>
          <p:nvPr/>
        </p:nvSpPr>
        <p:spPr>
          <a:xfrm>
            <a:off x="1723711" y="2868277"/>
            <a:ext cx="564878" cy="243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900" kern="100" baseline="30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10.1.31.50</a:t>
            </a:r>
            <a:endParaRPr lang="en-US" sz="9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55" name="TextBox 354">
            <a:extLst>
              <a:ext uri="{FF2B5EF4-FFF2-40B4-BE49-F238E27FC236}">
                <a16:creationId xmlns:a16="http://schemas.microsoft.com/office/drawing/2014/main" id="{6D08752D-EEF1-E375-0DE3-8D4481A9E20E}"/>
              </a:ext>
            </a:extLst>
          </p:cNvPr>
          <p:cNvSpPr txBox="1"/>
          <p:nvPr/>
        </p:nvSpPr>
        <p:spPr>
          <a:xfrm>
            <a:off x="1841598" y="3498268"/>
            <a:ext cx="628651" cy="243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900" kern="100" baseline="30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10.1.31.51</a:t>
            </a:r>
            <a:endParaRPr lang="en-US" sz="9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57" name="TextBox 356">
            <a:extLst>
              <a:ext uri="{FF2B5EF4-FFF2-40B4-BE49-F238E27FC236}">
                <a16:creationId xmlns:a16="http://schemas.microsoft.com/office/drawing/2014/main" id="{54A44688-D826-D6BA-5CD0-9F5697B08E1D}"/>
              </a:ext>
            </a:extLst>
          </p:cNvPr>
          <p:cNvSpPr txBox="1"/>
          <p:nvPr/>
        </p:nvSpPr>
        <p:spPr>
          <a:xfrm>
            <a:off x="2720874" y="3928019"/>
            <a:ext cx="691231" cy="243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900" kern="100" baseline="30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10.1.31.135</a:t>
            </a:r>
            <a:endParaRPr lang="en-US" sz="9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361" name="Straight Connector 360">
            <a:extLst>
              <a:ext uri="{FF2B5EF4-FFF2-40B4-BE49-F238E27FC236}">
                <a16:creationId xmlns:a16="http://schemas.microsoft.com/office/drawing/2014/main" id="{0EF98EE1-D84D-0B82-2E99-EF35F045A339}"/>
              </a:ext>
            </a:extLst>
          </p:cNvPr>
          <p:cNvCxnSpPr>
            <a:cxnSpLocks/>
          </p:cNvCxnSpPr>
          <p:nvPr/>
        </p:nvCxnSpPr>
        <p:spPr>
          <a:xfrm>
            <a:off x="3641711" y="2318922"/>
            <a:ext cx="660194" cy="39624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4" name="TextBox 363">
            <a:extLst>
              <a:ext uri="{FF2B5EF4-FFF2-40B4-BE49-F238E27FC236}">
                <a16:creationId xmlns:a16="http://schemas.microsoft.com/office/drawing/2014/main" id="{184E435C-48AE-E74A-9678-8BF8E5A0D14E}"/>
              </a:ext>
            </a:extLst>
          </p:cNvPr>
          <p:cNvSpPr txBox="1"/>
          <p:nvPr/>
        </p:nvSpPr>
        <p:spPr>
          <a:xfrm>
            <a:off x="3279721" y="1930973"/>
            <a:ext cx="637213" cy="243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900" kern="100" baseline="30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ANG-CAM-10</a:t>
            </a:r>
            <a:endParaRPr lang="en-US" sz="9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66" name="TextBox 365">
            <a:extLst>
              <a:ext uri="{FF2B5EF4-FFF2-40B4-BE49-F238E27FC236}">
                <a16:creationId xmlns:a16="http://schemas.microsoft.com/office/drawing/2014/main" id="{0FFF6D79-0C33-845B-FFF8-7712A2345001}"/>
              </a:ext>
            </a:extLst>
          </p:cNvPr>
          <p:cNvSpPr txBox="1"/>
          <p:nvPr/>
        </p:nvSpPr>
        <p:spPr>
          <a:xfrm>
            <a:off x="3279721" y="2035780"/>
            <a:ext cx="561495" cy="243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900" kern="100" baseline="30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10.1.31.61</a:t>
            </a:r>
            <a:endParaRPr lang="en-US" sz="9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68" name="TextBox 367">
            <a:extLst>
              <a:ext uri="{FF2B5EF4-FFF2-40B4-BE49-F238E27FC236}">
                <a16:creationId xmlns:a16="http://schemas.microsoft.com/office/drawing/2014/main" id="{252FE59C-6E99-24A3-3A71-5D95EE833CC1}"/>
              </a:ext>
            </a:extLst>
          </p:cNvPr>
          <p:cNvSpPr txBox="1"/>
          <p:nvPr/>
        </p:nvSpPr>
        <p:spPr>
          <a:xfrm>
            <a:off x="8278117" y="3212380"/>
            <a:ext cx="657899" cy="243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900" kern="100" baseline="30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ANG-IDF-218</a:t>
            </a:r>
            <a:endParaRPr lang="en-US" sz="9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70" name="TextBox 369">
            <a:extLst>
              <a:ext uri="{FF2B5EF4-FFF2-40B4-BE49-F238E27FC236}">
                <a16:creationId xmlns:a16="http://schemas.microsoft.com/office/drawing/2014/main" id="{8CEE5D6B-6B8F-C058-C8F9-2AEC178F4F0D}"/>
              </a:ext>
            </a:extLst>
          </p:cNvPr>
          <p:cNvSpPr txBox="1"/>
          <p:nvPr/>
        </p:nvSpPr>
        <p:spPr>
          <a:xfrm>
            <a:off x="8282626" y="3295547"/>
            <a:ext cx="628651" cy="243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900" kern="100" baseline="30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10.1.31.100</a:t>
            </a:r>
            <a:endParaRPr lang="en-US" sz="9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72" name="TextBox 371">
            <a:extLst>
              <a:ext uri="{FF2B5EF4-FFF2-40B4-BE49-F238E27FC236}">
                <a16:creationId xmlns:a16="http://schemas.microsoft.com/office/drawing/2014/main" id="{27D21470-7D78-0EA0-B227-0C84A290A658}"/>
              </a:ext>
            </a:extLst>
          </p:cNvPr>
          <p:cNvSpPr txBox="1"/>
          <p:nvPr/>
        </p:nvSpPr>
        <p:spPr>
          <a:xfrm>
            <a:off x="8635645" y="4182628"/>
            <a:ext cx="636794" cy="243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900" kern="100" baseline="30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10.1.31.60</a:t>
            </a:r>
            <a:endParaRPr lang="en-US" sz="9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74" name="TextBox 373">
            <a:extLst>
              <a:ext uri="{FF2B5EF4-FFF2-40B4-BE49-F238E27FC236}">
                <a16:creationId xmlns:a16="http://schemas.microsoft.com/office/drawing/2014/main" id="{7296E699-F5C5-BDF5-EE7B-DE7372A96C1B}"/>
              </a:ext>
            </a:extLst>
          </p:cNvPr>
          <p:cNvSpPr txBox="1"/>
          <p:nvPr/>
        </p:nvSpPr>
        <p:spPr>
          <a:xfrm>
            <a:off x="9071599" y="3345540"/>
            <a:ext cx="555618" cy="26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1000" kern="100" baseline="30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10.1.7.46</a:t>
            </a:r>
            <a:endParaRPr lang="en-US" sz="1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76" name="TextBox 375">
            <a:extLst>
              <a:ext uri="{FF2B5EF4-FFF2-40B4-BE49-F238E27FC236}">
                <a16:creationId xmlns:a16="http://schemas.microsoft.com/office/drawing/2014/main" id="{F6E15A8E-3D34-5D69-BED1-102FB333E9D2}"/>
              </a:ext>
            </a:extLst>
          </p:cNvPr>
          <p:cNvSpPr txBox="1"/>
          <p:nvPr/>
        </p:nvSpPr>
        <p:spPr>
          <a:xfrm>
            <a:off x="8564532" y="4044167"/>
            <a:ext cx="746877" cy="26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1000" kern="100" baseline="30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ANG-CAM-09</a:t>
            </a:r>
            <a:endParaRPr lang="en-US" sz="1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78" name="TextBox 377">
            <a:extLst>
              <a:ext uri="{FF2B5EF4-FFF2-40B4-BE49-F238E27FC236}">
                <a16:creationId xmlns:a16="http://schemas.microsoft.com/office/drawing/2014/main" id="{CC8AC7B5-4512-9692-76EB-83DF927287CA}"/>
              </a:ext>
            </a:extLst>
          </p:cNvPr>
          <p:cNvSpPr txBox="1"/>
          <p:nvPr/>
        </p:nvSpPr>
        <p:spPr>
          <a:xfrm>
            <a:off x="9058754" y="3257435"/>
            <a:ext cx="622295" cy="243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900" kern="100" baseline="30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ANG-AP-09</a:t>
            </a:r>
            <a:endParaRPr lang="en-US" sz="9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386" name="Straight Connector 385">
            <a:extLst>
              <a:ext uri="{FF2B5EF4-FFF2-40B4-BE49-F238E27FC236}">
                <a16:creationId xmlns:a16="http://schemas.microsoft.com/office/drawing/2014/main" id="{D71AE310-92A4-E929-4EC9-DAB7554A9CA4}"/>
              </a:ext>
            </a:extLst>
          </p:cNvPr>
          <p:cNvCxnSpPr>
            <a:cxnSpLocks/>
          </p:cNvCxnSpPr>
          <p:nvPr/>
        </p:nvCxnSpPr>
        <p:spPr>
          <a:xfrm flipH="1">
            <a:off x="5935806" y="2460788"/>
            <a:ext cx="9052" cy="73447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87" name="Picture 24" descr="C:\Users\ecoffey\AppData\Local\Temp\Rar$DRa0.608\30080_Device_switch_unreachable_16.png">
            <a:extLst>
              <a:ext uri="{FF2B5EF4-FFF2-40B4-BE49-F238E27FC236}">
                <a16:creationId xmlns:a16="http://schemas.microsoft.com/office/drawing/2014/main" id="{7C0F4AB4-F10E-9011-3596-96C846406D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duotone>
              <a:prstClr val="black"/>
              <a:srgbClr val="69C4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6551" y="682544"/>
            <a:ext cx="121920" cy="121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8" name="Picture 24" descr="C:\Users\ecoffey\AppData\Local\Temp\Rar$DRa0.608\30080_Device_switch_unreachable_16.png">
            <a:extLst>
              <a:ext uri="{FF2B5EF4-FFF2-40B4-BE49-F238E27FC236}">
                <a16:creationId xmlns:a16="http://schemas.microsoft.com/office/drawing/2014/main" id="{BF19B6BD-B933-3EAC-AD64-D5FF7C8649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duotone>
              <a:prstClr val="black"/>
              <a:srgbClr val="69C4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4518" y="1450541"/>
            <a:ext cx="162244" cy="162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9" name="Picture 24" descr="C:\Users\ecoffey\AppData\Local\Temp\Rar$DRa0.608\30080_Device_switch_unreachable_16.png">
            <a:extLst>
              <a:ext uri="{FF2B5EF4-FFF2-40B4-BE49-F238E27FC236}">
                <a16:creationId xmlns:a16="http://schemas.microsoft.com/office/drawing/2014/main" id="{B5FA782F-BC72-CF37-9682-FA889B5BC8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duotone>
              <a:prstClr val="black"/>
              <a:srgbClr val="69C4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9496" y="5307214"/>
            <a:ext cx="99079" cy="99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1" name="Picture 24" descr="C:\Users\ecoffey\AppData\Local\Temp\Rar$DRa0.608\30080_Device_switch_unreachable_16.png">
            <a:extLst>
              <a:ext uri="{FF2B5EF4-FFF2-40B4-BE49-F238E27FC236}">
                <a16:creationId xmlns:a16="http://schemas.microsoft.com/office/drawing/2014/main" id="{DDA8E260-2DBB-67D9-2609-8B4AFF0A53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duotone>
              <a:prstClr val="black"/>
              <a:srgbClr val="69C4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9243" y="5346873"/>
            <a:ext cx="121920" cy="121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02" name="Straight Connector 401">
            <a:extLst>
              <a:ext uri="{FF2B5EF4-FFF2-40B4-BE49-F238E27FC236}">
                <a16:creationId xmlns:a16="http://schemas.microsoft.com/office/drawing/2014/main" id="{E5A57E6F-1BC1-9E13-29F8-66A2D7486E57}"/>
              </a:ext>
            </a:extLst>
          </p:cNvPr>
          <p:cNvCxnSpPr>
            <a:cxnSpLocks/>
            <a:endCxn id="391" idx="0"/>
          </p:cNvCxnSpPr>
          <p:nvPr/>
        </p:nvCxnSpPr>
        <p:spPr>
          <a:xfrm>
            <a:off x="7127850" y="4396402"/>
            <a:ext cx="722353" cy="95047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8" name="Straight Connector 407">
            <a:extLst>
              <a:ext uri="{FF2B5EF4-FFF2-40B4-BE49-F238E27FC236}">
                <a16:creationId xmlns:a16="http://schemas.microsoft.com/office/drawing/2014/main" id="{B450C656-D0AC-65FD-18BF-83393BBE19EF}"/>
              </a:ext>
            </a:extLst>
          </p:cNvPr>
          <p:cNvCxnSpPr>
            <a:cxnSpLocks/>
          </p:cNvCxnSpPr>
          <p:nvPr/>
        </p:nvCxnSpPr>
        <p:spPr>
          <a:xfrm flipV="1">
            <a:off x="7887498" y="5367665"/>
            <a:ext cx="1221606" cy="1884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9" name="Straight Connector 418">
            <a:extLst>
              <a:ext uri="{FF2B5EF4-FFF2-40B4-BE49-F238E27FC236}">
                <a16:creationId xmlns:a16="http://schemas.microsoft.com/office/drawing/2014/main" id="{164FF9A5-9777-6BD2-FD4F-4CE35BCA0730}"/>
              </a:ext>
            </a:extLst>
          </p:cNvPr>
          <p:cNvCxnSpPr>
            <a:cxnSpLocks/>
            <a:stCxn id="88" idx="1"/>
            <a:endCxn id="96" idx="2"/>
          </p:cNvCxnSpPr>
          <p:nvPr/>
        </p:nvCxnSpPr>
        <p:spPr>
          <a:xfrm flipH="1" flipV="1">
            <a:off x="5988873" y="2374320"/>
            <a:ext cx="401999" cy="3622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20" name="Picture 24" descr="C:\Users\ecoffey\AppData\Local\Temp\Rar$DRa0.608\30080_Device_switch_unreachable_16.png">
            <a:extLst>
              <a:ext uri="{FF2B5EF4-FFF2-40B4-BE49-F238E27FC236}">
                <a16:creationId xmlns:a16="http://schemas.microsoft.com/office/drawing/2014/main" id="{DDAADC38-1E97-8B70-366E-D24B0D9542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duotone>
              <a:prstClr val="black"/>
              <a:srgbClr val="69C4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563" y="1395403"/>
            <a:ext cx="121920" cy="121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1" name="Picture 24" descr="C:\Users\ecoffey\AppData\Local\Temp\Rar$DRa0.608\30080_Device_switch_unreachable_16.png">
            <a:extLst>
              <a:ext uri="{FF2B5EF4-FFF2-40B4-BE49-F238E27FC236}">
                <a16:creationId xmlns:a16="http://schemas.microsoft.com/office/drawing/2014/main" id="{AF1048D2-4D20-A13D-C1CE-3E313201FC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duotone>
              <a:prstClr val="black"/>
              <a:srgbClr val="69C4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1201" y="1740659"/>
            <a:ext cx="121920" cy="121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2" name="Picture 24" descr="C:\Users\ecoffey\AppData\Local\Temp\Rar$DRa0.608\30080_Device_switch_unreachable_16.png">
            <a:extLst>
              <a:ext uri="{FF2B5EF4-FFF2-40B4-BE49-F238E27FC236}">
                <a16:creationId xmlns:a16="http://schemas.microsoft.com/office/drawing/2014/main" id="{E2FDEDBC-A72C-0C4F-4FA5-89726EAEC4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duotone>
              <a:prstClr val="black"/>
              <a:srgbClr val="69C4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6775" y="1430870"/>
            <a:ext cx="121920" cy="121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3" name="Picture 24" descr="C:\Users\ecoffey\AppData\Local\Temp\Rar$DRa0.608\30080_Device_switch_unreachable_16.png">
            <a:extLst>
              <a:ext uri="{FF2B5EF4-FFF2-40B4-BE49-F238E27FC236}">
                <a16:creationId xmlns:a16="http://schemas.microsoft.com/office/drawing/2014/main" id="{A0757961-435F-55DA-C596-C77E0E4E6E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duotone>
              <a:prstClr val="black"/>
              <a:srgbClr val="69C4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808" y="735806"/>
            <a:ext cx="121920" cy="121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4" name="Picture 24" descr="C:\Users\ecoffey\AppData\Local\Temp\Rar$DRa0.608\30080_Device_switch_unreachable_16.png">
            <a:extLst>
              <a:ext uri="{FF2B5EF4-FFF2-40B4-BE49-F238E27FC236}">
                <a16:creationId xmlns:a16="http://schemas.microsoft.com/office/drawing/2014/main" id="{AC690118-A1B7-1E3F-DB9B-E2FCD2221D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duotone>
              <a:prstClr val="black"/>
              <a:srgbClr val="69C4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2809" y="1529748"/>
            <a:ext cx="121920" cy="121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5" name="Picture 24" descr="C:\Users\ecoffey\AppData\Local\Temp\Rar$DRa0.608\30080_Device_switch_unreachable_16.png">
            <a:extLst>
              <a:ext uri="{FF2B5EF4-FFF2-40B4-BE49-F238E27FC236}">
                <a16:creationId xmlns:a16="http://schemas.microsoft.com/office/drawing/2014/main" id="{30144780-CD1D-7EEF-06E3-57A072EB59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duotone>
              <a:prstClr val="black"/>
              <a:srgbClr val="69C4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3310" y="1715451"/>
            <a:ext cx="145390" cy="1453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6" name="Picture 24" descr="C:\Users\ecoffey\AppData\Local\Temp\Rar$DRa0.608\30080_Device_switch_unreachable_16.png">
            <a:extLst>
              <a:ext uri="{FF2B5EF4-FFF2-40B4-BE49-F238E27FC236}">
                <a16:creationId xmlns:a16="http://schemas.microsoft.com/office/drawing/2014/main" id="{3F125B60-2BC5-52DE-1A7D-4510C521D4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duotone>
              <a:prstClr val="black"/>
              <a:srgbClr val="69C4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4166" y="2172417"/>
            <a:ext cx="121920" cy="121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7" name="Picture 24" descr="C:\Users\ecoffey\AppData\Local\Temp\Rar$DRa0.608\30080_Device_switch_unreachable_16.png">
            <a:extLst>
              <a:ext uri="{FF2B5EF4-FFF2-40B4-BE49-F238E27FC236}">
                <a16:creationId xmlns:a16="http://schemas.microsoft.com/office/drawing/2014/main" id="{B017EB3C-AE8C-C30E-FDC2-68346C4C17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duotone>
              <a:prstClr val="black"/>
              <a:srgbClr val="69C4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0784" y="465645"/>
            <a:ext cx="107369" cy="107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8" name="Picture 24" descr="C:\Users\ecoffey\AppData\Local\Temp\Rar$DRa0.608\30080_Device_switch_unreachable_16.png">
            <a:extLst>
              <a:ext uri="{FF2B5EF4-FFF2-40B4-BE49-F238E27FC236}">
                <a16:creationId xmlns:a16="http://schemas.microsoft.com/office/drawing/2014/main" id="{0F293D8D-1A01-DFB1-0226-10F04F7F3E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duotone>
              <a:prstClr val="black"/>
              <a:srgbClr val="69C4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2344" y="430613"/>
            <a:ext cx="121920" cy="121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9" name="Picture 24" descr="C:\Users\ecoffey\AppData\Local\Temp\Rar$DRa0.608\30080_Device_switch_unreachable_16.png">
            <a:extLst>
              <a:ext uri="{FF2B5EF4-FFF2-40B4-BE49-F238E27FC236}">
                <a16:creationId xmlns:a16="http://schemas.microsoft.com/office/drawing/2014/main" id="{4B13F262-29E1-4B3B-C0F7-F62707A008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duotone>
              <a:prstClr val="black"/>
              <a:srgbClr val="69C4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2630" y="933038"/>
            <a:ext cx="121920" cy="121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0" name="Picture 24" descr="C:\Users\ecoffey\AppData\Local\Temp\Rar$DRa0.608\30080_Device_switch_unreachable_16.png">
            <a:extLst>
              <a:ext uri="{FF2B5EF4-FFF2-40B4-BE49-F238E27FC236}">
                <a16:creationId xmlns:a16="http://schemas.microsoft.com/office/drawing/2014/main" id="{5DCAE6E0-06C2-87D6-AAAA-5AC4B7D037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duotone>
              <a:prstClr val="black"/>
              <a:srgbClr val="69C4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2254" y="285750"/>
            <a:ext cx="137236" cy="137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1" name="Picture 24" descr="C:\Users\ecoffey\AppData\Local\Temp\Rar$DRa0.608\30080_Device_switch_unreachable_16.png">
            <a:extLst>
              <a:ext uri="{FF2B5EF4-FFF2-40B4-BE49-F238E27FC236}">
                <a16:creationId xmlns:a16="http://schemas.microsoft.com/office/drawing/2014/main" id="{E4C7D90E-5286-840E-C6EF-A13F747B79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duotone>
              <a:prstClr val="black"/>
              <a:srgbClr val="69C4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7850" y="1069111"/>
            <a:ext cx="121920" cy="121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2" name="Picture 24" descr="C:\Users\ecoffey\AppData\Local\Temp\Rar$DRa0.608\30080_Device_switch_unreachable_16.png">
            <a:extLst>
              <a:ext uri="{FF2B5EF4-FFF2-40B4-BE49-F238E27FC236}">
                <a16:creationId xmlns:a16="http://schemas.microsoft.com/office/drawing/2014/main" id="{9D73BCE8-4C97-5DDF-BD49-87D694FD43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duotone>
              <a:prstClr val="black"/>
              <a:srgbClr val="69C4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0418" y="1207606"/>
            <a:ext cx="121920" cy="121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3" name="Picture 24" descr="C:\Users\ecoffey\AppData\Local\Temp\Rar$DRa0.608\30080_Device_switch_unreachable_16.png">
            <a:extLst>
              <a:ext uri="{FF2B5EF4-FFF2-40B4-BE49-F238E27FC236}">
                <a16:creationId xmlns:a16="http://schemas.microsoft.com/office/drawing/2014/main" id="{063E53DB-097D-BDFC-53EE-45CB5C8210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duotone>
              <a:prstClr val="black"/>
              <a:srgbClr val="69C4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7094" y="490966"/>
            <a:ext cx="121920" cy="121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4" name="Picture 24" descr="C:\Users\ecoffey\AppData\Local\Temp\Rar$DRa0.608\30080_Device_switch_unreachable_16.png">
            <a:extLst>
              <a:ext uri="{FF2B5EF4-FFF2-40B4-BE49-F238E27FC236}">
                <a16:creationId xmlns:a16="http://schemas.microsoft.com/office/drawing/2014/main" id="{721CC10D-CC80-EBB5-C91D-FCF6322C0D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duotone>
              <a:prstClr val="black"/>
              <a:srgbClr val="69C4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3436" y="1904157"/>
            <a:ext cx="121920" cy="121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41" name="TextBox 440">
            <a:extLst>
              <a:ext uri="{FF2B5EF4-FFF2-40B4-BE49-F238E27FC236}">
                <a16:creationId xmlns:a16="http://schemas.microsoft.com/office/drawing/2014/main" id="{411948FD-1035-4987-5D4F-C8861247ACEB}"/>
              </a:ext>
            </a:extLst>
          </p:cNvPr>
          <p:cNvSpPr txBox="1"/>
          <p:nvPr/>
        </p:nvSpPr>
        <p:spPr>
          <a:xfrm>
            <a:off x="7542405" y="5489121"/>
            <a:ext cx="740221" cy="243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900" kern="100" baseline="30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ANG-CAM-01</a:t>
            </a:r>
            <a:endParaRPr lang="en-US" sz="9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43" name="TextBox 442">
            <a:extLst>
              <a:ext uri="{FF2B5EF4-FFF2-40B4-BE49-F238E27FC236}">
                <a16:creationId xmlns:a16="http://schemas.microsoft.com/office/drawing/2014/main" id="{E76AFE74-1813-6202-3A3E-021EF9474801}"/>
              </a:ext>
            </a:extLst>
          </p:cNvPr>
          <p:cNvSpPr txBox="1"/>
          <p:nvPr/>
        </p:nvSpPr>
        <p:spPr>
          <a:xfrm>
            <a:off x="8803899" y="5011389"/>
            <a:ext cx="684746" cy="243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900" kern="100" baseline="30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ANG-CAM-02</a:t>
            </a:r>
            <a:endParaRPr lang="en-US" sz="9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45" name="TextBox 444">
            <a:extLst>
              <a:ext uri="{FF2B5EF4-FFF2-40B4-BE49-F238E27FC236}">
                <a16:creationId xmlns:a16="http://schemas.microsoft.com/office/drawing/2014/main" id="{3E3D21CB-942F-71EC-0C0B-E6BB99A9CF95}"/>
              </a:ext>
            </a:extLst>
          </p:cNvPr>
          <p:cNvSpPr txBox="1"/>
          <p:nvPr/>
        </p:nvSpPr>
        <p:spPr>
          <a:xfrm>
            <a:off x="7602420" y="5573807"/>
            <a:ext cx="675709" cy="243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900" kern="100" baseline="30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10.1.31.52</a:t>
            </a:r>
            <a:endParaRPr lang="en-US" sz="9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47" name="TextBox 446">
            <a:extLst>
              <a:ext uri="{FF2B5EF4-FFF2-40B4-BE49-F238E27FC236}">
                <a16:creationId xmlns:a16="http://schemas.microsoft.com/office/drawing/2014/main" id="{6ED39631-2F87-A578-E0D8-B34D1CA81DB1}"/>
              </a:ext>
            </a:extLst>
          </p:cNvPr>
          <p:cNvSpPr txBox="1"/>
          <p:nvPr/>
        </p:nvSpPr>
        <p:spPr>
          <a:xfrm>
            <a:off x="8844318" y="5141681"/>
            <a:ext cx="596530" cy="243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900" kern="100" baseline="30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10.1.31.53</a:t>
            </a:r>
            <a:endParaRPr lang="en-US" sz="9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449" name="Straight Connector 448">
            <a:extLst>
              <a:ext uri="{FF2B5EF4-FFF2-40B4-BE49-F238E27FC236}">
                <a16:creationId xmlns:a16="http://schemas.microsoft.com/office/drawing/2014/main" id="{A7F18F4E-435C-4594-12E2-00885AFB9902}"/>
              </a:ext>
            </a:extLst>
          </p:cNvPr>
          <p:cNvCxnSpPr>
            <a:cxnSpLocks/>
            <a:stCxn id="421" idx="3"/>
          </p:cNvCxnSpPr>
          <p:nvPr/>
        </p:nvCxnSpPr>
        <p:spPr>
          <a:xfrm>
            <a:off x="4073121" y="1801619"/>
            <a:ext cx="1829316" cy="55204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1" name="TextBox 450">
            <a:extLst>
              <a:ext uri="{FF2B5EF4-FFF2-40B4-BE49-F238E27FC236}">
                <a16:creationId xmlns:a16="http://schemas.microsoft.com/office/drawing/2014/main" id="{32CACF04-DFC9-33CB-0679-706C56B5AA25}"/>
              </a:ext>
            </a:extLst>
          </p:cNvPr>
          <p:cNvSpPr txBox="1"/>
          <p:nvPr/>
        </p:nvSpPr>
        <p:spPr>
          <a:xfrm>
            <a:off x="3743865" y="1492959"/>
            <a:ext cx="770169" cy="243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900" kern="100" baseline="30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LACK-US-P-A</a:t>
            </a:r>
            <a:endParaRPr lang="en-US" sz="9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53" name="TextBox 452">
            <a:extLst>
              <a:ext uri="{FF2B5EF4-FFF2-40B4-BE49-F238E27FC236}">
                <a16:creationId xmlns:a16="http://schemas.microsoft.com/office/drawing/2014/main" id="{820C9F55-5868-52F8-19A0-B6FF2512DEB3}"/>
              </a:ext>
            </a:extLst>
          </p:cNvPr>
          <p:cNvSpPr txBox="1"/>
          <p:nvPr/>
        </p:nvSpPr>
        <p:spPr>
          <a:xfrm>
            <a:off x="3754663" y="1579945"/>
            <a:ext cx="633052" cy="243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900" kern="100" baseline="30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10.102.0.61</a:t>
            </a:r>
            <a:endParaRPr lang="en-US" sz="9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55" name="TextBox 454">
            <a:extLst>
              <a:ext uri="{FF2B5EF4-FFF2-40B4-BE49-F238E27FC236}">
                <a16:creationId xmlns:a16="http://schemas.microsoft.com/office/drawing/2014/main" id="{F75AF4A5-C55E-8EE3-B7AF-EE37D70FBF80}"/>
              </a:ext>
            </a:extLst>
          </p:cNvPr>
          <p:cNvSpPr txBox="1"/>
          <p:nvPr/>
        </p:nvSpPr>
        <p:spPr>
          <a:xfrm>
            <a:off x="4434772" y="1192136"/>
            <a:ext cx="849769" cy="243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900" kern="100" baseline="30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LC-8300-COMCAST</a:t>
            </a:r>
            <a:endParaRPr lang="en-US" sz="9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57" name="TextBox 456">
            <a:extLst>
              <a:ext uri="{FF2B5EF4-FFF2-40B4-BE49-F238E27FC236}">
                <a16:creationId xmlns:a16="http://schemas.microsoft.com/office/drawing/2014/main" id="{678F691D-D634-66D1-C139-9B064088C0BC}"/>
              </a:ext>
            </a:extLst>
          </p:cNvPr>
          <p:cNvSpPr txBox="1"/>
          <p:nvPr/>
        </p:nvSpPr>
        <p:spPr>
          <a:xfrm>
            <a:off x="5042537" y="1353694"/>
            <a:ext cx="831224" cy="243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900" kern="100" baseline="30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LC-8300-COMCAST</a:t>
            </a:r>
            <a:endParaRPr lang="en-US" sz="9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459" name="Straight Connector 458">
            <a:extLst>
              <a:ext uri="{FF2B5EF4-FFF2-40B4-BE49-F238E27FC236}">
                <a16:creationId xmlns:a16="http://schemas.microsoft.com/office/drawing/2014/main" id="{A8C63E8A-D1C2-FEA5-8DB9-37C62B1AA115}"/>
              </a:ext>
            </a:extLst>
          </p:cNvPr>
          <p:cNvCxnSpPr>
            <a:cxnSpLocks/>
            <a:stCxn id="388" idx="3"/>
          </p:cNvCxnSpPr>
          <p:nvPr/>
        </p:nvCxnSpPr>
        <p:spPr>
          <a:xfrm>
            <a:off x="4956762" y="1531663"/>
            <a:ext cx="527511" cy="2823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2" name="Straight Connector 461">
            <a:extLst>
              <a:ext uri="{FF2B5EF4-FFF2-40B4-BE49-F238E27FC236}">
                <a16:creationId xmlns:a16="http://schemas.microsoft.com/office/drawing/2014/main" id="{9311544F-EFC5-AAEC-BB34-A06E50003ED3}"/>
              </a:ext>
            </a:extLst>
          </p:cNvPr>
          <p:cNvCxnSpPr>
            <a:cxnSpLocks/>
          </p:cNvCxnSpPr>
          <p:nvPr/>
        </p:nvCxnSpPr>
        <p:spPr>
          <a:xfrm>
            <a:off x="5536415" y="1635970"/>
            <a:ext cx="391186" cy="68485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0" name="TextBox 469">
            <a:extLst>
              <a:ext uri="{FF2B5EF4-FFF2-40B4-BE49-F238E27FC236}">
                <a16:creationId xmlns:a16="http://schemas.microsoft.com/office/drawing/2014/main" id="{A845093F-4459-C104-E087-28698631D761}"/>
              </a:ext>
            </a:extLst>
          </p:cNvPr>
          <p:cNvSpPr txBox="1"/>
          <p:nvPr/>
        </p:nvSpPr>
        <p:spPr>
          <a:xfrm>
            <a:off x="5980003" y="1201846"/>
            <a:ext cx="691722" cy="243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900" kern="100" baseline="30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LACK-FIC-B</a:t>
            </a:r>
            <a:endParaRPr lang="en-US" sz="9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473" name="Straight Connector 472">
            <a:extLst>
              <a:ext uri="{FF2B5EF4-FFF2-40B4-BE49-F238E27FC236}">
                <a16:creationId xmlns:a16="http://schemas.microsoft.com/office/drawing/2014/main" id="{ADB05F82-6897-68E3-7924-185193008C19}"/>
              </a:ext>
            </a:extLst>
          </p:cNvPr>
          <p:cNvCxnSpPr>
            <a:cxnSpLocks/>
            <a:stCxn id="422" idx="2"/>
            <a:endCxn id="96" idx="2"/>
          </p:cNvCxnSpPr>
          <p:nvPr/>
        </p:nvCxnSpPr>
        <p:spPr>
          <a:xfrm flipH="1">
            <a:off x="5988873" y="1552790"/>
            <a:ext cx="308862" cy="82153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7" name="TextBox 476">
            <a:extLst>
              <a:ext uri="{FF2B5EF4-FFF2-40B4-BE49-F238E27FC236}">
                <a16:creationId xmlns:a16="http://schemas.microsoft.com/office/drawing/2014/main" id="{88532311-E31E-5D7D-A2C5-41858D300A49}"/>
              </a:ext>
            </a:extLst>
          </p:cNvPr>
          <p:cNvSpPr txBox="1"/>
          <p:nvPr/>
        </p:nvSpPr>
        <p:spPr>
          <a:xfrm>
            <a:off x="5961962" y="1297544"/>
            <a:ext cx="593407" cy="243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900" kern="100" baseline="30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10.104.0.62</a:t>
            </a:r>
            <a:endParaRPr lang="en-US" sz="9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89" name="TextBox 488">
            <a:extLst>
              <a:ext uri="{FF2B5EF4-FFF2-40B4-BE49-F238E27FC236}">
                <a16:creationId xmlns:a16="http://schemas.microsoft.com/office/drawing/2014/main" id="{20598449-10F3-4306-4427-A91A1672EAE8}"/>
              </a:ext>
            </a:extLst>
          </p:cNvPr>
          <p:cNvSpPr txBox="1"/>
          <p:nvPr/>
        </p:nvSpPr>
        <p:spPr>
          <a:xfrm>
            <a:off x="6390872" y="1447359"/>
            <a:ext cx="660768" cy="243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900" kern="100" baseline="30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LACK-FIC-A</a:t>
            </a:r>
            <a:endParaRPr lang="en-US" sz="9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91" name="TextBox 490">
            <a:extLst>
              <a:ext uri="{FF2B5EF4-FFF2-40B4-BE49-F238E27FC236}">
                <a16:creationId xmlns:a16="http://schemas.microsoft.com/office/drawing/2014/main" id="{0DF4C20F-9DA7-099C-83E8-D3C52900D6A3}"/>
              </a:ext>
            </a:extLst>
          </p:cNvPr>
          <p:cNvSpPr txBox="1"/>
          <p:nvPr/>
        </p:nvSpPr>
        <p:spPr>
          <a:xfrm>
            <a:off x="6916357" y="1134426"/>
            <a:ext cx="676685" cy="243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900" kern="100" baseline="30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ANG-IDF-THTR</a:t>
            </a:r>
            <a:endParaRPr lang="en-US" sz="9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93" name="TextBox 492">
            <a:extLst>
              <a:ext uri="{FF2B5EF4-FFF2-40B4-BE49-F238E27FC236}">
                <a16:creationId xmlns:a16="http://schemas.microsoft.com/office/drawing/2014/main" id="{E31B2173-9246-65B0-800E-1CF966E04B4E}"/>
              </a:ext>
            </a:extLst>
          </p:cNvPr>
          <p:cNvSpPr txBox="1"/>
          <p:nvPr/>
        </p:nvSpPr>
        <p:spPr>
          <a:xfrm>
            <a:off x="7565396" y="847585"/>
            <a:ext cx="679076" cy="243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900" kern="100" baseline="30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ANG-THTR-02</a:t>
            </a:r>
            <a:endParaRPr lang="en-US" sz="9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495" name="Straight Connector 494">
            <a:extLst>
              <a:ext uri="{FF2B5EF4-FFF2-40B4-BE49-F238E27FC236}">
                <a16:creationId xmlns:a16="http://schemas.microsoft.com/office/drawing/2014/main" id="{12C60909-9261-B015-E0BE-E17EC3AF1673}"/>
              </a:ext>
            </a:extLst>
          </p:cNvPr>
          <p:cNvCxnSpPr>
            <a:cxnSpLocks/>
            <a:stCxn id="425" idx="2"/>
            <a:endCxn id="94" idx="2"/>
          </p:cNvCxnSpPr>
          <p:nvPr/>
        </p:nvCxnSpPr>
        <p:spPr>
          <a:xfrm flipH="1">
            <a:off x="6486775" y="1860841"/>
            <a:ext cx="179230" cy="51689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7" name="Straight Connector 496">
            <a:extLst>
              <a:ext uri="{FF2B5EF4-FFF2-40B4-BE49-F238E27FC236}">
                <a16:creationId xmlns:a16="http://schemas.microsoft.com/office/drawing/2014/main" id="{B3014C8A-F1D8-4A78-BB88-89298821241E}"/>
              </a:ext>
            </a:extLst>
          </p:cNvPr>
          <p:cNvCxnSpPr>
            <a:cxnSpLocks/>
          </p:cNvCxnSpPr>
          <p:nvPr/>
        </p:nvCxnSpPr>
        <p:spPr>
          <a:xfrm flipH="1">
            <a:off x="7277503" y="1118965"/>
            <a:ext cx="580347" cy="33668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6" name="TextBox 505">
            <a:extLst>
              <a:ext uri="{FF2B5EF4-FFF2-40B4-BE49-F238E27FC236}">
                <a16:creationId xmlns:a16="http://schemas.microsoft.com/office/drawing/2014/main" id="{0367E19C-74BD-7D8F-7695-8A7ADD7FAC7B}"/>
              </a:ext>
            </a:extLst>
          </p:cNvPr>
          <p:cNvSpPr txBox="1"/>
          <p:nvPr/>
        </p:nvSpPr>
        <p:spPr>
          <a:xfrm>
            <a:off x="6365820" y="1554233"/>
            <a:ext cx="614093" cy="243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900" kern="100" baseline="30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10.102.0.61</a:t>
            </a:r>
            <a:endParaRPr lang="en-US" sz="9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08" name="TextBox 507">
            <a:extLst>
              <a:ext uri="{FF2B5EF4-FFF2-40B4-BE49-F238E27FC236}">
                <a16:creationId xmlns:a16="http://schemas.microsoft.com/office/drawing/2014/main" id="{E707D45C-D125-43DB-8EC5-1B3E6457341F}"/>
              </a:ext>
            </a:extLst>
          </p:cNvPr>
          <p:cNvSpPr txBox="1"/>
          <p:nvPr/>
        </p:nvSpPr>
        <p:spPr>
          <a:xfrm>
            <a:off x="7599728" y="947310"/>
            <a:ext cx="610412" cy="243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900" kern="100" baseline="30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10.1.31.22</a:t>
            </a:r>
            <a:endParaRPr lang="en-US" sz="9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10" name="TextBox 509">
            <a:extLst>
              <a:ext uri="{FF2B5EF4-FFF2-40B4-BE49-F238E27FC236}">
                <a16:creationId xmlns:a16="http://schemas.microsoft.com/office/drawing/2014/main" id="{8940413C-7061-8A80-646F-9D3F21373338}"/>
              </a:ext>
            </a:extLst>
          </p:cNvPr>
          <p:cNvSpPr txBox="1"/>
          <p:nvPr/>
        </p:nvSpPr>
        <p:spPr>
          <a:xfrm>
            <a:off x="6963425" y="1232871"/>
            <a:ext cx="557025" cy="243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900" kern="100" baseline="30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10.1.31.21</a:t>
            </a:r>
            <a:endParaRPr lang="en-US" sz="9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512" name="Straight Connector 511">
            <a:extLst>
              <a:ext uri="{FF2B5EF4-FFF2-40B4-BE49-F238E27FC236}">
                <a16:creationId xmlns:a16="http://schemas.microsoft.com/office/drawing/2014/main" id="{7FFA0C1F-C5B2-3D21-06A0-58C5EFD4CC3C}"/>
              </a:ext>
            </a:extLst>
          </p:cNvPr>
          <p:cNvCxnSpPr>
            <a:cxnSpLocks/>
            <a:endCxn id="94" idx="2"/>
          </p:cNvCxnSpPr>
          <p:nvPr/>
        </p:nvCxnSpPr>
        <p:spPr>
          <a:xfrm flipH="1">
            <a:off x="6486775" y="1490766"/>
            <a:ext cx="686814" cy="88697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9" name="Straight Connector 518">
            <a:extLst>
              <a:ext uri="{FF2B5EF4-FFF2-40B4-BE49-F238E27FC236}">
                <a16:creationId xmlns:a16="http://schemas.microsoft.com/office/drawing/2014/main" id="{3981111F-F04F-0D04-B03B-44A9DF638C13}"/>
              </a:ext>
            </a:extLst>
          </p:cNvPr>
          <p:cNvCxnSpPr>
            <a:cxnSpLocks/>
          </p:cNvCxnSpPr>
          <p:nvPr/>
        </p:nvCxnSpPr>
        <p:spPr>
          <a:xfrm>
            <a:off x="5891258" y="1321415"/>
            <a:ext cx="0" cy="95774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3" name="Straight Connector 522">
            <a:extLst>
              <a:ext uri="{FF2B5EF4-FFF2-40B4-BE49-F238E27FC236}">
                <a16:creationId xmlns:a16="http://schemas.microsoft.com/office/drawing/2014/main" id="{E98FEB80-9835-58AF-CCB1-C862E8CCE56F}"/>
              </a:ext>
            </a:extLst>
          </p:cNvPr>
          <p:cNvCxnSpPr>
            <a:cxnSpLocks/>
          </p:cNvCxnSpPr>
          <p:nvPr/>
        </p:nvCxnSpPr>
        <p:spPr>
          <a:xfrm flipH="1">
            <a:off x="5877766" y="851470"/>
            <a:ext cx="230119" cy="39335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6" name="Straight Connector 525">
            <a:extLst>
              <a:ext uri="{FF2B5EF4-FFF2-40B4-BE49-F238E27FC236}">
                <a16:creationId xmlns:a16="http://schemas.microsoft.com/office/drawing/2014/main" id="{0BCC7993-0813-0498-6D45-4E3FD2050CF3}"/>
              </a:ext>
            </a:extLst>
          </p:cNvPr>
          <p:cNvCxnSpPr>
            <a:stCxn id="433" idx="2"/>
            <a:endCxn id="96" idx="2"/>
          </p:cNvCxnSpPr>
          <p:nvPr/>
        </p:nvCxnSpPr>
        <p:spPr>
          <a:xfrm flipH="1">
            <a:off x="5988873" y="612886"/>
            <a:ext cx="889181" cy="176143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8" name="TextBox 527">
            <a:extLst>
              <a:ext uri="{FF2B5EF4-FFF2-40B4-BE49-F238E27FC236}">
                <a16:creationId xmlns:a16="http://schemas.microsoft.com/office/drawing/2014/main" id="{5F7B6C84-BC3E-9E34-D7E1-4EB84E9FA10F}"/>
              </a:ext>
            </a:extLst>
          </p:cNvPr>
          <p:cNvSpPr txBox="1"/>
          <p:nvPr/>
        </p:nvSpPr>
        <p:spPr>
          <a:xfrm>
            <a:off x="6534117" y="247245"/>
            <a:ext cx="822099" cy="243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900" kern="100" baseline="30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LC-8300-Kinber</a:t>
            </a:r>
            <a:endParaRPr lang="en-US" sz="9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30" name="TextBox 529">
            <a:extLst>
              <a:ext uri="{FF2B5EF4-FFF2-40B4-BE49-F238E27FC236}">
                <a16:creationId xmlns:a16="http://schemas.microsoft.com/office/drawing/2014/main" id="{87FBFBBF-A7A9-9330-9799-B0392D45E667}"/>
              </a:ext>
            </a:extLst>
          </p:cNvPr>
          <p:cNvSpPr txBox="1"/>
          <p:nvPr/>
        </p:nvSpPr>
        <p:spPr>
          <a:xfrm>
            <a:off x="6555369" y="338086"/>
            <a:ext cx="693046" cy="243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900" kern="100" baseline="30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192.227.0.240</a:t>
            </a:r>
            <a:endParaRPr lang="en-US" sz="9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33" name="TextBox 532">
            <a:extLst>
              <a:ext uri="{FF2B5EF4-FFF2-40B4-BE49-F238E27FC236}">
                <a16:creationId xmlns:a16="http://schemas.microsoft.com/office/drawing/2014/main" id="{9AC6EB67-26F3-4388-4737-55DC6B8B3C37}"/>
              </a:ext>
            </a:extLst>
          </p:cNvPr>
          <p:cNvSpPr txBox="1"/>
          <p:nvPr/>
        </p:nvSpPr>
        <p:spPr>
          <a:xfrm>
            <a:off x="5619251" y="964948"/>
            <a:ext cx="702925" cy="243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900" kern="100" baseline="30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409-9200-01</a:t>
            </a:r>
            <a:endParaRPr lang="en-US" sz="9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35" name="TextBox 534">
            <a:extLst>
              <a:ext uri="{FF2B5EF4-FFF2-40B4-BE49-F238E27FC236}">
                <a16:creationId xmlns:a16="http://schemas.microsoft.com/office/drawing/2014/main" id="{461421CC-E0D1-B533-5E58-6ECACA4B4615}"/>
              </a:ext>
            </a:extLst>
          </p:cNvPr>
          <p:cNvSpPr txBox="1"/>
          <p:nvPr/>
        </p:nvSpPr>
        <p:spPr>
          <a:xfrm>
            <a:off x="5556893" y="642973"/>
            <a:ext cx="760733" cy="243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900" kern="100" baseline="30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409-CAM-01</a:t>
            </a:r>
            <a:endParaRPr lang="en-US" sz="9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37" name="TextBox 536">
            <a:extLst>
              <a:ext uri="{FF2B5EF4-FFF2-40B4-BE49-F238E27FC236}">
                <a16:creationId xmlns:a16="http://schemas.microsoft.com/office/drawing/2014/main" id="{F4919583-3B1C-983F-0FBD-5B7CF9CF6BC1}"/>
              </a:ext>
            </a:extLst>
          </p:cNvPr>
          <p:cNvSpPr txBox="1"/>
          <p:nvPr/>
        </p:nvSpPr>
        <p:spPr>
          <a:xfrm>
            <a:off x="5778657" y="181391"/>
            <a:ext cx="634685" cy="243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900" kern="100" baseline="30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409-CAM-02</a:t>
            </a:r>
            <a:endParaRPr lang="en-US" sz="9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539" name="Straight Connector 538">
            <a:extLst>
              <a:ext uri="{FF2B5EF4-FFF2-40B4-BE49-F238E27FC236}">
                <a16:creationId xmlns:a16="http://schemas.microsoft.com/office/drawing/2014/main" id="{8F45F586-DEB1-DDA2-D427-A3E5B572DDB3}"/>
              </a:ext>
            </a:extLst>
          </p:cNvPr>
          <p:cNvCxnSpPr>
            <a:cxnSpLocks/>
          </p:cNvCxnSpPr>
          <p:nvPr/>
        </p:nvCxnSpPr>
        <p:spPr>
          <a:xfrm flipH="1">
            <a:off x="6184964" y="409575"/>
            <a:ext cx="197553" cy="39279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5" name="TextBox 544">
            <a:extLst>
              <a:ext uri="{FF2B5EF4-FFF2-40B4-BE49-F238E27FC236}">
                <a16:creationId xmlns:a16="http://schemas.microsoft.com/office/drawing/2014/main" id="{C2C8D371-4B75-5C11-D893-FC4726195058}"/>
              </a:ext>
            </a:extLst>
          </p:cNvPr>
          <p:cNvSpPr txBox="1"/>
          <p:nvPr/>
        </p:nvSpPr>
        <p:spPr>
          <a:xfrm>
            <a:off x="5635935" y="1070356"/>
            <a:ext cx="602932" cy="243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900" kern="100" baseline="30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10.1.31.200</a:t>
            </a:r>
            <a:endParaRPr lang="en-US" sz="9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49" name="TextBox 548">
            <a:extLst>
              <a:ext uri="{FF2B5EF4-FFF2-40B4-BE49-F238E27FC236}">
                <a16:creationId xmlns:a16="http://schemas.microsoft.com/office/drawing/2014/main" id="{914AD0D1-9196-50F0-D449-B4A58EF44362}"/>
              </a:ext>
            </a:extLst>
          </p:cNvPr>
          <p:cNvSpPr txBox="1"/>
          <p:nvPr/>
        </p:nvSpPr>
        <p:spPr>
          <a:xfrm>
            <a:off x="5780459" y="269228"/>
            <a:ext cx="556214" cy="243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900" kern="100" baseline="30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10.1.31.63</a:t>
            </a:r>
            <a:endParaRPr lang="en-US" sz="9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55" name="TextBox 554">
            <a:extLst>
              <a:ext uri="{FF2B5EF4-FFF2-40B4-BE49-F238E27FC236}">
                <a16:creationId xmlns:a16="http://schemas.microsoft.com/office/drawing/2014/main" id="{FE57DBCB-1BAC-EE83-7648-09BD50372CC8}"/>
              </a:ext>
            </a:extLst>
          </p:cNvPr>
          <p:cNvSpPr txBox="1"/>
          <p:nvPr/>
        </p:nvSpPr>
        <p:spPr>
          <a:xfrm>
            <a:off x="5574320" y="719400"/>
            <a:ext cx="538573" cy="243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900" kern="100" baseline="30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10.1.31.62</a:t>
            </a:r>
            <a:endParaRPr lang="en-US" sz="9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557" name="Straight Connector 556">
            <a:extLst>
              <a:ext uri="{FF2B5EF4-FFF2-40B4-BE49-F238E27FC236}">
                <a16:creationId xmlns:a16="http://schemas.microsoft.com/office/drawing/2014/main" id="{2F072F90-E2D5-70F2-F318-7CFD66EF7246}"/>
              </a:ext>
            </a:extLst>
          </p:cNvPr>
          <p:cNvCxnSpPr>
            <a:cxnSpLocks/>
            <a:endCxn id="88" idx="3"/>
          </p:cNvCxnSpPr>
          <p:nvPr/>
        </p:nvCxnSpPr>
        <p:spPr>
          <a:xfrm flipH="1">
            <a:off x="6573752" y="2255876"/>
            <a:ext cx="362182" cy="15467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0" name="Straight Connector 559">
            <a:extLst>
              <a:ext uri="{FF2B5EF4-FFF2-40B4-BE49-F238E27FC236}">
                <a16:creationId xmlns:a16="http://schemas.microsoft.com/office/drawing/2014/main" id="{B220E42F-0C49-5598-E391-9F9F79C953D3}"/>
              </a:ext>
            </a:extLst>
          </p:cNvPr>
          <p:cNvCxnSpPr>
            <a:stCxn id="434" idx="1"/>
            <a:endCxn id="426" idx="3"/>
          </p:cNvCxnSpPr>
          <p:nvPr/>
        </p:nvCxnSpPr>
        <p:spPr>
          <a:xfrm flipH="1">
            <a:off x="7046086" y="1965117"/>
            <a:ext cx="547350" cy="26826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9" name="TextBox 568">
            <a:extLst>
              <a:ext uri="{FF2B5EF4-FFF2-40B4-BE49-F238E27FC236}">
                <a16:creationId xmlns:a16="http://schemas.microsoft.com/office/drawing/2014/main" id="{250E0818-FA66-31FF-DAF9-5995B6CAD73A}"/>
              </a:ext>
            </a:extLst>
          </p:cNvPr>
          <p:cNvSpPr txBox="1"/>
          <p:nvPr/>
        </p:nvSpPr>
        <p:spPr>
          <a:xfrm>
            <a:off x="7237041" y="1679435"/>
            <a:ext cx="834710" cy="243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900" kern="100" baseline="30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ANG-IDF-ESPORTS</a:t>
            </a:r>
            <a:endParaRPr lang="en-US" sz="9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71" name="TextBox 570">
            <a:extLst>
              <a:ext uri="{FF2B5EF4-FFF2-40B4-BE49-F238E27FC236}">
                <a16:creationId xmlns:a16="http://schemas.microsoft.com/office/drawing/2014/main" id="{1A8FD9BA-8348-A45C-D863-B2586B9AC547}"/>
              </a:ext>
            </a:extLst>
          </p:cNvPr>
          <p:cNvSpPr txBox="1"/>
          <p:nvPr/>
        </p:nvSpPr>
        <p:spPr>
          <a:xfrm>
            <a:off x="6680504" y="2293412"/>
            <a:ext cx="868689" cy="243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900" kern="100" baseline="30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ANG-IDF-ESPORTS</a:t>
            </a:r>
            <a:endParaRPr lang="en-US" sz="9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74" name="TextBox 573">
            <a:extLst>
              <a:ext uri="{FF2B5EF4-FFF2-40B4-BE49-F238E27FC236}">
                <a16:creationId xmlns:a16="http://schemas.microsoft.com/office/drawing/2014/main" id="{0E0DA0F1-6BEE-5CB1-31AC-4FCEC2E87A02}"/>
              </a:ext>
            </a:extLst>
          </p:cNvPr>
          <p:cNvSpPr txBox="1"/>
          <p:nvPr/>
        </p:nvSpPr>
        <p:spPr>
          <a:xfrm>
            <a:off x="6699072" y="2385460"/>
            <a:ext cx="707002" cy="243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900" kern="100" baseline="30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10.1.31.231</a:t>
            </a:r>
            <a:endParaRPr lang="en-US" sz="9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76" name="TextBox 575">
            <a:extLst>
              <a:ext uri="{FF2B5EF4-FFF2-40B4-BE49-F238E27FC236}">
                <a16:creationId xmlns:a16="http://schemas.microsoft.com/office/drawing/2014/main" id="{A25CEAB7-381F-2799-CB34-D04AC1514B40}"/>
              </a:ext>
            </a:extLst>
          </p:cNvPr>
          <p:cNvSpPr txBox="1"/>
          <p:nvPr/>
        </p:nvSpPr>
        <p:spPr>
          <a:xfrm>
            <a:off x="7288046" y="1764373"/>
            <a:ext cx="597563" cy="243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900" kern="100" baseline="30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10.1.31.231</a:t>
            </a:r>
            <a:endParaRPr lang="en-US" sz="9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579" name="Straight Connector 578">
            <a:extLst>
              <a:ext uri="{FF2B5EF4-FFF2-40B4-BE49-F238E27FC236}">
                <a16:creationId xmlns:a16="http://schemas.microsoft.com/office/drawing/2014/main" id="{4B6BAF9B-EACE-11B0-6D49-E315815C6019}"/>
              </a:ext>
            </a:extLst>
          </p:cNvPr>
          <p:cNvCxnSpPr>
            <a:cxnSpLocks/>
            <a:stCxn id="428" idx="2"/>
            <a:endCxn id="96" idx="2"/>
          </p:cNvCxnSpPr>
          <p:nvPr/>
        </p:nvCxnSpPr>
        <p:spPr>
          <a:xfrm>
            <a:off x="5163304" y="552533"/>
            <a:ext cx="825569" cy="182178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2" name="Straight Connector 581">
            <a:extLst>
              <a:ext uri="{FF2B5EF4-FFF2-40B4-BE49-F238E27FC236}">
                <a16:creationId xmlns:a16="http://schemas.microsoft.com/office/drawing/2014/main" id="{E463767E-8033-C841-3317-7F37DECBA76B}"/>
              </a:ext>
            </a:extLst>
          </p:cNvPr>
          <p:cNvCxnSpPr>
            <a:stCxn id="428" idx="1"/>
            <a:endCxn id="387" idx="3"/>
          </p:cNvCxnSpPr>
          <p:nvPr/>
        </p:nvCxnSpPr>
        <p:spPr>
          <a:xfrm flipH="1">
            <a:off x="4478471" y="491573"/>
            <a:ext cx="623873" cy="25193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4" name="Straight Connector 583">
            <a:extLst>
              <a:ext uri="{FF2B5EF4-FFF2-40B4-BE49-F238E27FC236}">
                <a16:creationId xmlns:a16="http://schemas.microsoft.com/office/drawing/2014/main" id="{6635CD12-B628-C3DD-A34F-4046553B476E}"/>
              </a:ext>
            </a:extLst>
          </p:cNvPr>
          <p:cNvCxnSpPr>
            <a:stCxn id="387" idx="1"/>
            <a:endCxn id="427" idx="3"/>
          </p:cNvCxnSpPr>
          <p:nvPr/>
        </p:nvCxnSpPr>
        <p:spPr>
          <a:xfrm flipH="1" flipV="1">
            <a:off x="3398153" y="519330"/>
            <a:ext cx="958398" cy="22417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6" name="TextBox 585">
            <a:extLst>
              <a:ext uri="{FF2B5EF4-FFF2-40B4-BE49-F238E27FC236}">
                <a16:creationId xmlns:a16="http://schemas.microsoft.com/office/drawing/2014/main" id="{0E7D1AB4-9D73-FC78-B5A0-4A9EB4568DBF}"/>
              </a:ext>
            </a:extLst>
          </p:cNvPr>
          <p:cNvSpPr txBox="1"/>
          <p:nvPr/>
        </p:nvSpPr>
        <p:spPr>
          <a:xfrm>
            <a:off x="4859657" y="206146"/>
            <a:ext cx="609834" cy="243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900" kern="100" baseline="30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SH-9200-01</a:t>
            </a:r>
            <a:endParaRPr lang="en-US" sz="9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88" name="TextBox 587">
            <a:extLst>
              <a:ext uri="{FF2B5EF4-FFF2-40B4-BE49-F238E27FC236}">
                <a16:creationId xmlns:a16="http://schemas.microsoft.com/office/drawing/2014/main" id="{5B9D257F-9F34-C27E-AA76-4F7B646B1D1E}"/>
              </a:ext>
            </a:extLst>
          </p:cNvPr>
          <p:cNvSpPr txBox="1"/>
          <p:nvPr/>
        </p:nvSpPr>
        <p:spPr>
          <a:xfrm>
            <a:off x="4077026" y="458190"/>
            <a:ext cx="626076" cy="243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900" kern="100" baseline="30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SH-9200-02</a:t>
            </a:r>
            <a:endParaRPr lang="en-US" sz="9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91" name="TextBox 590">
            <a:extLst>
              <a:ext uri="{FF2B5EF4-FFF2-40B4-BE49-F238E27FC236}">
                <a16:creationId xmlns:a16="http://schemas.microsoft.com/office/drawing/2014/main" id="{B868CC21-6C2F-9D3B-7943-1EE760D02B9A}"/>
              </a:ext>
            </a:extLst>
          </p:cNvPr>
          <p:cNvSpPr txBox="1"/>
          <p:nvPr/>
        </p:nvSpPr>
        <p:spPr>
          <a:xfrm>
            <a:off x="3056954" y="238854"/>
            <a:ext cx="575029" cy="243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900" kern="100" baseline="30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SH-CAM-02</a:t>
            </a:r>
            <a:endParaRPr lang="en-US" sz="9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93" name="TextBox 592">
            <a:extLst>
              <a:ext uri="{FF2B5EF4-FFF2-40B4-BE49-F238E27FC236}">
                <a16:creationId xmlns:a16="http://schemas.microsoft.com/office/drawing/2014/main" id="{87A291E5-D387-4FD1-09F7-FA52E26876D5}"/>
              </a:ext>
            </a:extLst>
          </p:cNvPr>
          <p:cNvSpPr txBox="1"/>
          <p:nvPr/>
        </p:nvSpPr>
        <p:spPr>
          <a:xfrm>
            <a:off x="4081790" y="526322"/>
            <a:ext cx="616548" cy="243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900" kern="100" baseline="30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10.1.31.131</a:t>
            </a:r>
            <a:endParaRPr lang="en-US" sz="9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95" name="TextBox 594">
            <a:extLst>
              <a:ext uri="{FF2B5EF4-FFF2-40B4-BE49-F238E27FC236}">
                <a16:creationId xmlns:a16="http://schemas.microsoft.com/office/drawing/2014/main" id="{2F44EA3B-571D-8416-9B51-9908097761DA}"/>
              </a:ext>
            </a:extLst>
          </p:cNvPr>
          <p:cNvSpPr txBox="1"/>
          <p:nvPr/>
        </p:nvSpPr>
        <p:spPr>
          <a:xfrm>
            <a:off x="3069732" y="332398"/>
            <a:ext cx="602857" cy="243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900" kern="100" baseline="30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10.1.31.43</a:t>
            </a:r>
            <a:endParaRPr lang="en-US" sz="9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97" name="TextBox 596">
            <a:extLst>
              <a:ext uri="{FF2B5EF4-FFF2-40B4-BE49-F238E27FC236}">
                <a16:creationId xmlns:a16="http://schemas.microsoft.com/office/drawing/2014/main" id="{5C5FF720-8897-B2E9-200C-96BA28EBB7B2}"/>
              </a:ext>
            </a:extLst>
          </p:cNvPr>
          <p:cNvSpPr txBox="1"/>
          <p:nvPr/>
        </p:nvSpPr>
        <p:spPr>
          <a:xfrm>
            <a:off x="4859657" y="288271"/>
            <a:ext cx="599949" cy="243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900" kern="100" baseline="30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10.1.31.130</a:t>
            </a:r>
            <a:endParaRPr lang="en-US" sz="9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98" name="Picture 24" descr="C:\Users\ecoffey\AppData\Local\Temp\Rar$DRa0.608\30080_Device_switch_unreachable_16.png">
            <a:extLst>
              <a:ext uri="{FF2B5EF4-FFF2-40B4-BE49-F238E27FC236}">
                <a16:creationId xmlns:a16="http://schemas.microsoft.com/office/drawing/2014/main" id="{6D25C992-62E6-5501-1B4D-D3B2A21F6A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duotone>
              <a:prstClr val="black"/>
              <a:srgbClr val="69C4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9429" y="1220652"/>
            <a:ext cx="121920" cy="121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99" name="Picture 24" descr="C:\Users\ecoffey\AppData\Local\Temp\Rar$DRa0.608\30080_Device_switch_unreachable_16.png">
            <a:extLst>
              <a:ext uri="{FF2B5EF4-FFF2-40B4-BE49-F238E27FC236}">
                <a16:creationId xmlns:a16="http://schemas.microsoft.com/office/drawing/2014/main" id="{69ADA35F-6B52-EEA5-0DA1-FFC3B7DE05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duotone>
              <a:prstClr val="black"/>
              <a:srgbClr val="69C4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2663" y="1220652"/>
            <a:ext cx="121920" cy="121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01" name="Straight Connector 600">
            <a:extLst>
              <a:ext uri="{FF2B5EF4-FFF2-40B4-BE49-F238E27FC236}">
                <a16:creationId xmlns:a16="http://schemas.microsoft.com/office/drawing/2014/main" id="{AA9200E0-4B61-11CD-1EBF-56CAE623F85D}"/>
              </a:ext>
            </a:extLst>
          </p:cNvPr>
          <p:cNvCxnSpPr>
            <a:stCxn id="599" idx="3"/>
            <a:endCxn id="96" idx="2"/>
          </p:cNvCxnSpPr>
          <p:nvPr/>
        </p:nvCxnSpPr>
        <p:spPr>
          <a:xfrm>
            <a:off x="3944583" y="1281612"/>
            <a:ext cx="2044290" cy="109270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3" name="Straight Connector 602">
            <a:extLst>
              <a:ext uri="{FF2B5EF4-FFF2-40B4-BE49-F238E27FC236}">
                <a16:creationId xmlns:a16="http://schemas.microsoft.com/office/drawing/2014/main" id="{8460A4C7-FF9B-12AF-F70D-E98DA7E73C4A}"/>
              </a:ext>
            </a:extLst>
          </p:cNvPr>
          <p:cNvCxnSpPr>
            <a:cxnSpLocks/>
            <a:stCxn id="429" idx="2"/>
            <a:endCxn id="88" idx="3"/>
          </p:cNvCxnSpPr>
          <p:nvPr/>
        </p:nvCxnSpPr>
        <p:spPr>
          <a:xfrm flipH="1">
            <a:off x="6573752" y="1054958"/>
            <a:ext cx="2109838" cy="135558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5" name="Straight Connector 604">
            <a:extLst>
              <a:ext uri="{FF2B5EF4-FFF2-40B4-BE49-F238E27FC236}">
                <a16:creationId xmlns:a16="http://schemas.microsoft.com/office/drawing/2014/main" id="{64D4F233-8134-9801-61B3-37F460329AF1}"/>
              </a:ext>
            </a:extLst>
          </p:cNvPr>
          <p:cNvCxnSpPr>
            <a:cxnSpLocks/>
            <a:stCxn id="598" idx="3"/>
            <a:endCxn id="599" idx="1"/>
          </p:cNvCxnSpPr>
          <p:nvPr/>
        </p:nvCxnSpPr>
        <p:spPr>
          <a:xfrm>
            <a:off x="3031349" y="1281612"/>
            <a:ext cx="79131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7" name="TextBox 606">
            <a:extLst>
              <a:ext uri="{FF2B5EF4-FFF2-40B4-BE49-F238E27FC236}">
                <a16:creationId xmlns:a16="http://schemas.microsoft.com/office/drawing/2014/main" id="{6EDC6A82-F4C1-724D-7FB6-D07D9197CB73}"/>
              </a:ext>
            </a:extLst>
          </p:cNvPr>
          <p:cNvSpPr txBox="1"/>
          <p:nvPr/>
        </p:nvSpPr>
        <p:spPr>
          <a:xfrm>
            <a:off x="8435743" y="784959"/>
            <a:ext cx="673361" cy="243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900" kern="100" baseline="30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50.234.4.225</a:t>
            </a:r>
            <a:endParaRPr lang="en-US" sz="9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10" name="TextBox 609">
            <a:extLst>
              <a:ext uri="{FF2B5EF4-FFF2-40B4-BE49-F238E27FC236}">
                <a16:creationId xmlns:a16="http://schemas.microsoft.com/office/drawing/2014/main" id="{FB753A7C-67FC-889E-A56F-7053C5CE86D0}"/>
              </a:ext>
            </a:extLst>
          </p:cNvPr>
          <p:cNvSpPr txBox="1"/>
          <p:nvPr/>
        </p:nvSpPr>
        <p:spPr>
          <a:xfrm>
            <a:off x="8374066" y="710424"/>
            <a:ext cx="688517" cy="243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900" kern="100" baseline="30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LC-8300-Zito</a:t>
            </a:r>
            <a:endParaRPr lang="en-US" sz="9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13" name="TextBox 612">
            <a:extLst>
              <a:ext uri="{FF2B5EF4-FFF2-40B4-BE49-F238E27FC236}">
                <a16:creationId xmlns:a16="http://schemas.microsoft.com/office/drawing/2014/main" id="{D311A507-9B67-37D6-1439-C67B2D127477}"/>
              </a:ext>
            </a:extLst>
          </p:cNvPr>
          <p:cNvSpPr txBox="1"/>
          <p:nvPr/>
        </p:nvSpPr>
        <p:spPr>
          <a:xfrm>
            <a:off x="2439502" y="971999"/>
            <a:ext cx="1368645" cy="243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900" kern="100" baseline="30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LC-9500-Server</a:t>
            </a:r>
            <a:endParaRPr lang="en-US" sz="9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18" name="TextBox 617">
            <a:extLst>
              <a:ext uri="{FF2B5EF4-FFF2-40B4-BE49-F238E27FC236}">
                <a16:creationId xmlns:a16="http://schemas.microsoft.com/office/drawing/2014/main" id="{DD684155-7BA8-8659-23E8-5ECF50AEF7C3}"/>
              </a:ext>
            </a:extLst>
          </p:cNvPr>
          <p:cNvSpPr txBox="1"/>
          <p:nvPr/>
        </p:nvSpPr>
        <p:spPr>
          <a:xfrm>
            <a:off x="3523481" y="982589"/>
            <a:ext cx="769809" cy="243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900" kern="100" baseline="30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LC-9500-Server</a:t>
            </a:r>
            <a:endParaRPr lang="en-US" sz="9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20" name="TextBox 619">
            <a:extLst>
              <a:ext uri="{FF2B5EF4-FFF2-40B4-BE49-F238E27FC236}">
                <a16:creationId xmlns:a16="http://schemas.microsoft.com/office/drawing/2014/main" id="{03567719-E74A-B576-5095-13159E5B655A}"/>
              </a:ext>
            </a:extLst>
          </p:cNvPr>
          <p:cNvSpPr txBox="1"/>
          <p:nvPr/>
        </p:nvSpPr>
        <p:spPr>
          <a:xfrm>
            <a:off x="2612121" y="1069802"/>
            <a:ext cx="576160" cy="243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900" kern="100" baseline="30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10.1.31.2</a:t>
            </a:r>
            <a:endParaRPr lang="en-US" sz="9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22" name="TextBox 621">
            <a:extLst>
              <a:ext uri="{FF2B5EF4-FFF2-40B4-BE49-F238E27FC236}">
                <a16:creationId xmlns:a16="http://schemas.microsoft.com/office/drawing/2014/main" id="{23E41678-1941-171A-2CDB-5CFD08EE1806}"/>
              </a:ext>
            </a:extLst>
          </p:cNvPr>
          <p:cNvSpPr txBox="1"/>
          <p:nvPr/>
        </p:nvSpPr>
        <p:spPr>
          <a:xfrm>
            <a:off x="3654849" y="1068964"/>
            <a:ext cx="579467" cy="243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900" kern="100" baseline="30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10.1.31.2</a:t>
            </a:r>
            <a:endParaRPr lang="en-US" sz="9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32447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C770D4AF4D0FF458CAD61E32230869E" ma:contentTypeVersion="34" ma:contentTypeDescription="Create a new document." ma:contentTypeScope="" ma:versionID="123e4f33b95bf22d76ea1cd7597c164a">
  <xsd:schema xmlns:xsd="http://www.w3.org/2001/XMLSchema" xmlns:xs="http://www.w3.org/2001/XMLSchema" xmlns:p="http://schemas.microsoft.com/office/2006/metadata/properties" xmlns:ns3="a3228462-f288-4094-8d36-5f100f72fbad" xmlns:ns4="62d2bb43-cbf7-4553-8ef1-aa887593b7c2" targetNamespace="http://schemas.microsoft.com/office/2006/metadata/properties" ma:root="true" ma:fieldsID="1236bff32d3aca8aa712d18d422ae216" ns3:_="" ns4:_="">
    <xsd:import namespace="a3228462-f288-4094-8d36-5f100f72fbad"/>
    <xsd:import namespace="62d2bb43-cbf7-4553-8ef1-aa887593b7c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3:NotebookType" minOccurs="0"/>
                <xsd:element ref="ns3:FolderType" minOccurs="0"/>
                <xsd:element ref="ns3:CultureName" minOccurs="0"/>
                <xsd:element ref="ns3:AppVersion" minOccurs="0"/>
                <xsd:element ref="ns3:TeamsChannelId" minOccurs="0"/>
                <xsd:element ref="ns3:Owner" minOccurs="0"/>
                <xsd:element ref="ns3:Math_Settings" minOccurs="0"/>
                <xsd:element ref="ns3:DefaultSectionNames" minOccurs="0"/>
                <xsd:element ref="ns3:Templates" minOccurs="0"/>
                <xsd:element ref="ns3:Teachers" minOccurs="0"/>
                <xsd:element ref="ns3:Students" minOccurs="0"/>
                <xsd:element ref="ns3:Student_Groups" minOccurs="0"/>
                <xsd:element ref="ns3:Distribution_Groups" minOccurs="0"/>
                <xsd:element ref="ns3:LMS_Mappings" minOccurs="0"/>
                <xsd:element ref="ns3:Invited_Teachers" minOccurs="0"/>
                <xsd:element ref="ns3:Invited_Students" minOccurs="0"/>
                <xsd:element ref="ns3:Self_Registration_Enabled" minOccurs="0"/>
                <xsd:element ref="ns3:Has_Teacher_Only_SectionGroup" minOccurs="0"/>
                <xsd:element ref="ns3:Is_Collaboration_Space_Locked" minOccurs="0"/>
                <xsd:element ref="ns3:IsNotebookLocked" minOccurs="0"/>
                <xsd:element ref="ns3:Teams_Channel_Section_Locatio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3228462-f288-4094-8d36-5f100f72fba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NotebookType" ma:index="12" nillable="true" ma:displayName="Notebook Type" ma:internalName="NotebookType">
      <xsd:simpleType>
        <xsd:restriction base="dms:Text"/>
      </xsd:simpleType>
    </xsd:element>
    <xsd:element name="FolderType" ma:index="13" nillable="true" ma:displayName="Folder Type" ma:internalName="FolderType">
      <xsd:simpleType>
        <xsd:restriction base="dms:Text"/>
      </xsd:simpleType>
    </xsd:element>
    <xsd:element name="CultureName" ma:index="14" nillable="true" ma:displayName="Culture Name" ma:internalName="CultureName">
      <xsd:simpleType>
        <xsd:restriction base="dms:Text"/>
      </xsd:simpleType>
    </xsd:element>
    <xsd:element name="AppVersion" ma:index="15" nillable="true" ma:displayName="App Version" ma:internalName="AppVersion">
      <xsd:simpleType>
        <xsd:restriction base="dms:Text"/>
      </xsd:simpleType>
    </xsd:element>
    <xsd:element name="TeamsChannelId" ma:index="16" nillable="true" ma:displayName="Teams Channel Id" ma:internalName="TeamsChannelId">
      <xsd:simpleType>
        <xsd:restriction base="dms:Text"/>
      </xsd:simpleType>
    </xsd:element>
    <xsd:element name="Owner" ma:index="17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18" nillable="true" ma:displayName="Math Settings" ma:internalName="Math_Settings">
      <xsd:simpleType>
        <xsd:restriction base="dms:Text"/>
      </xsd:simpleType>
    </xsd:element>
    <xsd:element name="DefaultSectionNames" ma:index="19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20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21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22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23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24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25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26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27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28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29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30" nillable="true" ma:displayName="Is Collaboration Space Locked" ma:internalName="Is_Collaboration_Space_Locked">
      <xsd:simpleType>
        <xsd:restriction base="dms:Boolean"/>
      </xsd:simpleType>
    </xsd:element>
    <xsd:element name="IsNotebookLocked" ma:index="31" nillable="true" ma:displayName="Is Notebook Locked" ma:internalName="IsNotebookLocked">
      <xsd:simpleType>
        <xsd:restriction base="dms:Boolean"/>
      </xsd:simpleType>
    </xsd:element>
    <xsd:element name="Teams_Channel_Section_Location" ma:index="32" nillable="true" ma:displayName="Teams Channel Section Location" ma:internalName="Teams_Channel_Section_Location">
      <xsd:simpleType>
        <xsd:restriction base="dms:Text"/>
      </xsd:simpleType>
    </xsd:element>
    <xsd:element name="MediaServiceSearchProperties" ma:index="3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3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38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3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4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4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d2bb43-cbf7-4553-8ef1-aa887593b7c2" elementFormDefault="qualified">
    <xsd:import namespace="http://schemas.microsoft.com/office/2006/documentManagement/types"/>
    <xsd:import namespace="http://schemas.microsoft.com/office/infopath/2007/PartnerControls"/>
    <xsd:element name="SharedWithUsers" ma:index="3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3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35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NotebookType xmlns="a3228462-f288-4094-8d36-5f100f72fbad" xsi:nil="true"/>
    <AppVersion xmlns="a3228462-f288-4094-8d36-5f100f72fbad" xsi:nil="true"/>
    <Templates xmlns="a3228462-f288-4094-8d36-5f100f72fbad" xsi:nil="true"/>
    <Self_Registration_Enabled xmlns="a3228462-f288-4094-8d36-5f100f72fbad" xsi:nil="true"/>
    <FolderType xmlns="a3228462-f288-4094-8d36-5f100f72fbad" xsi:nil="true"/>
    <Students xmlns="a3228462-f288-4094-8d36-5f100f72fbad">
      <UserInfo>
        <DisplayName/>
        <AccountId xsi:nil="true"/>
        <AccountType/>
      </UserInfo>
    </Students>
    <Student_Groups xmlns="a3228462-f288-4094-8d36-5f100f72fbad">
      <UserInfo>
        <DisplayName/>
        <AccountId xsi:nil="true"/>
        <AccountType/>
      </UserInfo>
    </Student_Groups>
    <LMS_Mappings xmlns="a3228462-f288-4094-8d36-5f100f72fbad" xsi:nil="true"/>
    <Teams_Channel_Section_Location xmlns="a3228462-f288-4094-8d36-5f100f72fbad" xsi:nil="true"/>
    <Math_Settings xmlns="a3228462-f288-4094-8d36-5f100f72fbad" xsi:nil="true"/>
    <Invited_Students xmlns="a3228462-f288-4094-8d36-5f100f72fbad" xsi:nil="true"/>
    <IsNotebookLocked xmlns="a3228462-f288-4094-8d36-5f100f72fbad" xsi:nil="true"/>
    <_activity xmlns="a3228462-f288-4094-8d36-5f100f72fbad" xsi:nil="true"/>
    <Has_Teacher_Only_SectionGroup xmlns="a3228462-f288-4094-8d36-5f100f72fbad" xsi:nil="true"/>
    <Teachers xmlns="a3228462-f288-4094-8d36-5f100f72fbad">
      <UserInfo>
        <DisplayName/>
        <AccountId xsi:nil="true"/>
        <AccountType/>
      </UserInfo>
    </Teachers>
    <Distribution_Groups xmlns="a3228462-f288-4094-8d36-5f100f72fbad" xsi:nil="true"/>
    <TeamsChannelId xmlns="a3228462-f288-4094-8d36-5f100f72fbad" xsi:nil="true"/>
    <Invited_Teachers xmlns="a3228462-f288-4094-8d36-5f100f72fbad" xsi:nil="true"/>
    <CultureName xmlns="a3228462-f288-4094-8d36-5f100f72fbad" xsi:nil="true"/>
    <Owner xmlns="a3228462-f288-4094-8d36-5f100f72fbad">
      <UserInfo>
        <DisplayName/>
        <AccountId xsi:nil="true"/>
        <AccountType/>
      </UserInfo>
    </Owner>
    <DefaultSectionNames xmlns="a3228462-f288-4094-8d36-5f100f72fbad" xsi:nil="true"/>
    <Is_Collaboration_Space_Locked xmlns="a3228462-f288-4094-8d36-5f100f72fbad" xsi:nil="true"/>
  </documentManagement>
</p:properties>
</file>

<file path=customXml/itemProps1.xml><?xml version="1.0" encoding="utf-8"?>
<ds:datastoreItem xmlns:ds="http://schemas.openxmlformats.org/officeDocument/2006/customXml" ds:itemID="{21AE1B0F-EF96-4A14-896C-012977AFD46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3228462-f288-4094-8d36-5f100f72fbad"/>
    <ds:schemaRef ds:uri="62d2bb43-cbf7-4553-8ef1-aa887593b7c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A296C2A-4DBD-493D-8B2E-49BC53BF5AF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AA1692B-E912-4DCD-BB15-7E8DF1E587A5}">
  <ds:schemaRefs>
    <ds:schemaRef ds:uri="http://purl.org/dc/elements/1.1/"/>
    <ds:schemaRef ds:uri="http://schemas.microsoft.com/office/2006/metadata/properties"/>
    <ds:schemaRef ds:uri="a3228462-f288-4094-8d36-5f100f72fbad"/>
    <ds:schemaRef ds:uri="http://schemas.microsoft.com/office/2006/documentManagement/types"/>
    <ds:schemaRef ds:uri="http://schemas.openxmlformats.org/package/2006/metadata/core-properties"/>
    <ds:schemaRef ds:uri="http://schemas.microsoft.com/office/infopath/2007/PartnerControls"/>
    <ds:schemaRef ds:uri="http://purl.org/dc/dcmitype/"/>
    <ds:schemaRef ds:uri="62d2bb43-cbf7-4553-8ef1-aa887593b7c2"/>
    <ds:schemaRef ds:uri="http://www.w3.org/XML/1998/namespace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2911</TotalTime>
  <Words>119</Words>
  <Application>Microsoft Office PowerPoint</Application>
  <PresentationFormat>Widescreen</PresentationFormat>
  <Paragraphs>115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Network Design Lackawanna College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Tonisha Jeffers</dc:creator>
  <cp:lastModifiedBy>Tonisha Jeffers</cp:lastModifiedBy>
  <cp:revision>1</cp:revision>
  <dcterms:created xsi:type="dcterms:W3CDTF">2025-03-31T13:47:35Z</dcterms:created>
  <dcterms:modified xsi:type="dcterms:W3CDTF">2025-04-02T14:19:04Z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0x0101008C770D4AF4D0FF458CAD61E32230869E</vt:lpwstr>
  </property>
</Properties>
</file>